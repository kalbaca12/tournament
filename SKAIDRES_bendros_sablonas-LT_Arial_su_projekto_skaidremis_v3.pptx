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40" r:id="rId2"/>
    <p:sldMasterId id="2147483707" r:id="rId3"/>
  </p:sldMasterIdLst>
  <p:notesMasterIdLst>
    <p:notesMasterId r:id="rId20"/>
  </p:notesMasterIdLst>
  <p:handoutMasterIdLst>
    <p:handoutMasterId r:id="rId21"/>
  </p:handoutMasterIdLst>
  <p:sldIdLst>
    <p:sldId id="256" r:id="rId4"/>
    <p:sldId id="288" r:id="rId5"/>
    <p:sldId id="289" r:id="rId6"/>
    <p:sldId id="290" r:id="rId7"/>
    <p:sldId id="294" r:id="rId8"/>
    <p:sldId id="304" r:id="rId9"/>
    <p:sldId id="305" r:id="rId10"/>
    <p:sldId id="306" r:id="rId11"/>
    <p:sldId id="293" r:id="rId12"/>
    <p:sldId id="295" r:id="rId13"/>
    <p:sldId id="297" r:id="rId14"/>
    <p:sldId id="298" r:id="rId15"/>
    <p:sldId id="307" r:id="rId16"/>
    <p:sldId id="300" r:id="rId17"/>
    <p:sldId id="301" r:id="rId18"/>
    <p:sldId id="30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5D46CB5-F652-4DCD-84E1-7B60E1135017}">
          <p14:sldIdLst>
            <p14:sldId id="256"/>
            <p14:sldId id="288"/>
            <p14:sldId id="289"/>
            <p14:sldId id="290"/>
            <p14:sldId id="294"/>
            <p14:sldId id="304"/>
            <p14:sldId id="305"/>
            <p14:sldId id="306"/>
            <p14:sldId id="293"/>
            <p14:sldId id="295"/>
            <p14:sldId id="297"/>
            <p14:sldId id="298"/>
            <p14:sldId id="307"/>
            <p14:sldId id="300"/>
            <p14:sldId id="301"/>
            <p14:sldId id="308"/>
          </p14:sldIdLst>
        </p14:section>
        <p14:section name="Untitled Section" id="{83D1448D-D278-4876-A239-077D70560EA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E"/>
    <a:srgbClr val="E7E6E6"/>
    <a:srgbClr val="807F80"/>
    <a:srgbClr val="A5A6A6"/>
    <a:srgbClr val="585858"/>
    <a:srgbClr val="AAAAAA"/>
    <a:srgbClr val="929292"/>
    <a:srgbClr val="FFFF00"/>
    <a:srgbClr val="F1F2F2"/>
    <a:srgbClr val="F9F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59"/>
    <p:restoredTop sz="96959"/>
  </p:normalViewPr>
  <p:slideViewPr>
    <p:cSldViewPr snapToGrid="0" snapToObjects="1" showGuides="1">
      <p:cViewPr varScale="1">
        <p:scale>
          <a:sx n="76" d="100"/>
          <a:sy n="76" d="100"/>
        </p:scale>
        <p:origin x="132" y="45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asauskaitė Ugnė" userId="dbe9a6d3-80d0-4cdc-b180-3639bbb88ba5" providerId="ADAL" clId="{B04D2656-C8AE-AD42-9E26-85BA118373B8}"/>
    <pc:docChg chg="custSel modMainMaster">
      <pc:chgData name="Krasauskaitė Ugnė" userId="dbe9a6d3-80d0-4cdc-b180-3639bbb88ba5" providerId="ADAL" clId="{B04D2656-C8AE-AD42-9E26-85BA118373B8}" dt="2021-02-03T11:55:03.454" v="110" actId="2711"/>
      <pc:docMkLst>
        <pc:docMk/>
      </pc:docMkLst>
      <pc:sldMasterChg chg="modSldLayout">
        <pc:chgData name="Krasauskaitė Ugnė" userId="dbe9a6d3-80d0-4cdc-b180-3639bbb88ba5" providerId="ADAL" clId="{B04D2656-C8AE-AD42-9E26-85BA118373B8}" dt="2021-02-03T11:45:53.317" v="54" actId="113"/>
        <pc:sldMasterMkLst>
          <pc:docMk/>
          <pc:sldMasterMk cId="2010401343" sldId="2147483648"/>
        </pc:sldMasterMkLst>
        <pc:sldLayoutChg chg="modSp">
          <pc:chgData name="Krasauskaitė Ugnė" userId="dbe9a6d3-80d0-4cdc-b180-3639bbb88ba5" providerId="ADAL" clId="{B04D2656-C8AE-AD42-9E26-85BA118373B8}" dt="2021-02-03T11:45:34.979" v="50" actId="2711"/>
          <pc:sldLayoutMkLst>
            <pc:docMk/>
            <pc:sldMasterMk cId="2010401343" sldId="2147483648"/>
            <pc:sldLayoutMk cId="2967530489" sldId="2147483677"/>
          </pc:sldLayoutMkLst>
          <pc:spChg chg="mod">
            <ac:chgData name="Krasauskaitė Ugnė" userId="dbe9a6d3-80d0-4cdc-b180-3639bbb88ba5" providerId="ADAL" clId="{B04D2656-C8AE-AD42-9E26-85BA118373B8}" dt="2021-02-03T11:45:34.979" v="50" actId="2711"/>
            <ac:spMkLst>
              <pc:docMk/>
              <pc:sldMasterMk cId="2010401343" sldId="2147483648"/>
              <pc:sldLayoutMk cId="2967530489" sldId="2147483677"/>
              <ac:spMk id="8" creationId="{A2479587-0613-014A-907C-7A6BD40A26A3}"/>
            </ac:spMkLst>
          </pc:spChg>
          <pc:spChg chg="mod">
            <ac:chgData name="Krasauskaitė Ugnė" userId="dbe9a6d3-80d0-4cdc-b180-3639bbb88ba5" providerId="ADAL" clId="{B04D2656-C8AE-AD42-9E26-85BA118373B8}" dt="2021-02-03T11:45:34.979" v="50" actId="2711"/>
            <ac:spMkLst>
              <pc:docMk/>
              <pc:sldMasterMk cId="2010401343" sldId="2147483648"/>
              <pc:sldLayoutMk cId="2967530489" sldId="2147483677"/>
              <ac:spMk id="9" creationId="{0FAD5EC6-4199-5C46-B4E6-5A8F47734253}"/>
            </ac:spMkLst>
          </pc:spChg>
          <pc:spChg chg="mod">
            <ac:chgData name="Krasauskaitė Ugnė" userId="dbe9a6d3-80d0-4cdc-b180-3639bbb88ba5" providerId="ADAL" clId="{B04D2656-C8AE-AD42-9E26-85BA118373B8}" dt="2021-02-03T11:45:34.979" v="50" actId="2711"/>
            <ac:spMkLst>
              <pc:docMk/>
              <pc:sldMasterMk cId="2010401343" sldId="2147483648"/>
              <pc:sldLayoutMk cId="2967530489" sldId="2147483677"/>
              <ac:spMk id="10" creationId="{63654EC9-44A8-5048-83C2-2359A000B865}"/>
            </ac:spMkLst>
          </pc:spChg>
          <pc:spChg chg="mod">
            <ac:chgData name="Krasauskaitė Ugnė" userId="dbe9a6d3-80d0-4cdc-b180-3639bbb88ba5" providerId="ADAL" clId="{B04D2656-C8AE-AD42-9E26-85BA118373B8}" dt="2021-02-03T11:45:34.979" v="50" actId="2711"/>
            <ac:spMkLst>
              <pc:docMk/>
              <pc:sldMasterMk cId="2010401343" sldId="2147483648"/>
              <pc:sldLayoutMk cId="2967530489" sldId="2147483677"/>
              <ac:spMk id="11" creationId="{87ED44B0-B49B-2E43-9448-B9CA2D9A13BF}"/>
            </ac:spMkLst>
          </pc:spChg>
          <pc:picChg chg="mod">
            <ac:chgData name="Krasauskaitė Ugnė" userId="dbe9a6d3-80d0-4cdc-b180-3639bbb88ba5" providerId="ADAL" clId="{B04D2656-C8AE-AD42-9E26-85BA118373B8}" dt="2021-02-03T11:45:27.765" v="49" actId="167"/>
            <ac:picMkLst>
              <pc:docMk/>
              <pc:sldMasterMk cId="2010401343" sldId="2147483648"/>
              <pc:sldLayoutMk cId="2967530489" sldId="2147483677"/>
              <ac:picMk id="12" creationId="{ECE84176-04FD-7E44-80FE-534E00AD682F}"/>
            </ac:picMkLst>
          </pc:picChg>
        </pc:sldLayoutChg>
        <pc:sldLayoutChg chg="modSp">
          <pc:chgData name="Krasauskaitė Ugnė" userId="dbe9a6d3-80d0-4cdc-b180-3639bbb88ba5" providerId="ADAL" clId="{B04D2656-C8AE-AD42-9E26-85BA118373B8}" dt="2021-02-03T11:42:39.121" v="8" actId="2711"/>
          <pc:sldLayoutMkLst>
            <pc:docMk/>
            <pc:sldMasterMk cId="2010401343" sldId="2147483648"/>
            <pc:sldLayoutMk cId="3154229607" sldId="2147483712"/>
          </pc:sldLayoutMkLst>
          <pc:spChg chg="mod">
            <ac:chgData name="Krasauskaitė Ugnė" userId="dbe9a6d3-80d0-4cdc-b180-3639bbb88ba5" providerId="ADAL" clId="{B04D2656-C8AE-AD42-9E26-85BA118373B8}" dt="2021-02-03T11:42:34.643" v="7" actId="113"/>
            <ac:spMkLst>
              <pc:docMk/>
              <pc:sldMasterMk cId="2010401343" sldId="2147483648"/>
              <pc:sldLayoutMk cId="3154229607" sldId="2147483712"/>
              <ac:spMk id="8" creationId="{BD862C0A-2BED-074B-8AF0-3A7D2789C05D}"/>
            </ac:spMkLst>
          </pc:spChg>
          <pc:spChg chg="mod">
            <ac:chgData name="Krasauskaitė Ugnė" userId="dbe9a6d3-80d0-4cdc-b180-3639bbb88ba5" providerId="ADAL" clId="{B04D2656-C8AE-AD42-9E26-85BA118373B8}" dt="2021-02-03T11:42:34.643" v="7" actId="113"/>
            <ac:spMkLst>
              <pc:docMk/>
              <pc:sldMasterMk cId="2010401343" sldId="2147483648"/>
              <pc:sldLayoutMk cId="3154229607" sldId="2147483712"/>
              <ac:spMk id="9" creationId="{7AF8862B-96D5-3A40-B92F-BAC6CDE874C0}"/>
            </ac:spMkLst>
          </pc:spChg>
          <pc:spChg chg="mod">
            <ac:chgData name="Krasauskaitė Ugnė" userId="dbe9a6d3-80d0-4cdc-b180-3639bbb88ba5" providerId="ADAL" clId="{B04D2656-C8AE-AD42-9E26-85BA118373B8}" dt="2021-02-03T11:42:39.121" v="8" actId="2711"/>
            <ac:spMkLst>
              <pc:docMk/>
              <pc:sldMasterMk cId="2010401343" sldId="2147483648"/>
              <pc:sldLayoutMk cId="3154229607" sldId="2147483712"/>
              <ac:spMk id="20" creationId="{46D6B95C-B687-614F-8DA6-5031F96661AD}"/>
            </ac:spMkLst>
          </pc:spChg>
          <pc:spChg chg="mod">
            <ac:chgData name="Krasauskaitė Ugnė" userId="dbe9a6d3-80d0-4cdc-b180-3639bbb88ba5" providerId="ADAL" clId="{B04D2656-C8AE-AD42-9E26-85BA118373B8}" dt="2021-02-03T11:42:34.643" v="7" actId="113"/>
            <ac:spMkLst>
              <pc:docMk/>
              <pc:sldMasterMk cId="2010401343" sldId="2147483648"/>
              <pc:sldLayoutMk cId="3154229607" sldId="2147483712"/>
              <ac:spMk id="21" creationId="{25D01418-F6D6-EA49-BF7F-FFFFA2FDDCD4}"/>
            </ac:spMkLst>
          </pc:spChg>
        </pc:sldLayoutChg>
        <pc:sldLayoutChg chg="modSp">
          <pc:chgData name="Krasauskaitė Ugnė" userId="dbe9a6d3-80d0-4cdc-b180-3639bbb88ba5" providerId="ADAL" clId="{B04D2656-C8AE-AD42-9E26-85BA118373B8}" dt="2021-02-03T11:42:09.773" v="2" actId="113"/>
          <pc:sldLayoutMkLst>
            <pc:docMk/>
            <pc:sldMasterMk cId="2010401343" sldId="2147483648"/>
            <pc:sldLayoutMk cId="1966835292" sldId="2147483713"/>
          </pc:sldLayoutMkLst>
          <pc:spChg chg="mod">
            <ac:chgData name="Krasauskaitė Ugnė" userId="dbe9a6d3-80d0-4cdc-b180-3639bbb88ba5" providerId="ADAL" clId="{B04D2656-C8AE-AD42-9E26-85BA118373B8}" dt="2021-02-03T11:42:09.773" v="2" actId="113"/>
            <ac:spMkLst>
              <pc:docMk/>
              <pc:sldMasterMk cId="2010401343" sldId="2147483648"/>
              <pc:sldLayoutMk cId="1966835292" sldId="2147483713"/>
              <ac:spMk id="3" creationId="{B1C7BC27-E701-EC4E-A29B-BA55A67673FA}"/>
            </ac:spMkLst>
          </pc:spChg>
          <pc:spChg chg="mod">
            <ac:chgData name="Krasauskaitė Ugnė" userId="dbe9a6d3-80d0-4cdc-b180-3639bbb88ba5" providerId="ADAL" clId="{B04D2656-C8AE-AD42-9E26-85BA118373B8}" dt="2021-02-03T11:42:09.773" v="2" actId="113"/>
            <ac:spMkLst>
              <pc:docMk/>
              <pc:sldMasterMk cId="2010401343" sldId="2147483648"/>
              <pc:sldLayoutMk cId="1966835292" sldId="2147483713"/>
              <ac:spMk id="14" creationId="{462B305F-E454-6A49-BE5A-20AC4E248E21}"/>
            </ac:spMkLst>
          </pc:spChg>
          <pc:spChg chg="mod">
            <ac:chgData name="Krasauskaitė Ugnė" userId="dbe9a6d3-80d0-4cdc-b180-3639bbb88ba5" providerId="ADAL" clId="{B04D2656-C8AE-AD42-9E26-85BA118373B8}" dt="2021-02-03T11:42:09.773" v="2" actId="113"/>
            <ac:spMkLst>
              <pc:docMk/>
              <pc:sldMasterMk cId="2010401343" sldId="2147483648"/>
              <pc:sldLayoutMk cId="1966835292" sldId="2147483713"/>
              <ac:spMk id="15" creationId="{AD15DE3A-FC37-F54E-907A-A159B33E946B}"/>
            </ac:spMkLst>
          </pc:spChg>
        </pc:sldLayoutChg>
        <pc:sldLayoutChg chg="addSp delSp modSp mod">
          <pc:chgData name="Krasauskaitė Ugnė" userId="dbe9a6d3-80d0-4cdc-b180-3639bbb88ba5" providerId="ADAL" clId="{B04D2656-C8AE-AD42-9E26-85BA118373B8}" dt="2021-02-03T11:43:16.373" v="14"/>
          <pc:sldLayoutMkLst>
            <pc:docMk/>
            <pc:sldMasterMk cId="2010401343" sldId="2147483648"/>
            <pc:sldLayoutMk cId="3364796189" sldId="2147483714"/>
          </pc:sldLayoutMkLst>
          <pc:spChg chg="del">
            <ac:chgData name="Krasauskaitė Ugnė" userId="dbe9a6d3-80d0-4cdc-b180-3639bbb88ba5" providerId="ADAL" clId="{B04D2656-C8AE-AD42-9E26-85BA118373B8}" dt="2021-02-03T11:43:15.768" v="13" actId="478"/>
            <ac:spMkLst>
              <pc:docMk/>
              <pc:sldMasterMk cId="2010401343" sldId="2147483648"/>
              <pc:sldLayoutMk cId="3364796189" sldId="2147483714"/>
              <ac:spMk id="8" creationId="{296451B7-2052-9240-BFB3-A9AA9A36AD9B}"/>
            </ac:spMkLst>
          </pc:spChg>
          <pc:spChg chg="mod">
            <ac:chgData name="Krasauskaitė Ugnė" userId="dbe9a6d3-80d0-4cdc-b180-3639bbb88ba5" providerId="ADAL" clId="{B04D2656-C8AE-AD42-9E26-85BA118373B8}" dt="2021-02-03T11:42:51.684" v="12" actId="113"/>
            <ac:spMkLst>
              <pc:docMk/>
              <pc:sldMasterMk cId="2010401343" sldId="2147483648"/>
              <pc:sldLayoutMk cId="3364796189" sldId="2147483714"/>
              <ac:spMk id="12" creationId="{323ABD1B-A1CE-B243-B0AE-AFA3DF058648}"/>
            </ac:spMkLst>
          </pc:spChg>
          <pc:spChg chg="mod">
            <ac:chgData name="Krasauskaitė Ugnė" userId="dbe9a6d3-80d0-4cdc-b180-3639bbb88ba5" providerId="ADAL" clId="{B04D2656-C8AE-AD42-9E26-85BA118373B8}" dt="2021-02-03T11:42:51.684" v="12" actId="113"/>
            <ac:spMkLst>
              <pc:docMk/>
              <pc:sldMasterMk cId="2010401343" sldId="2147483648"/>
              <pc:sldLayoutMk cId="3364796189" sldId="2147483714"/>
              <ac:spMk id="13" creationId="{C83BDE46-B3FD-934A-954D-8ED9ABBD069B}"/>
            </ac:spMkLst>
          </pc:spChg>
          <pc:spChg chg="add mod">
            <ac:chgData name="Krasauskaitė Ugnė" userId="dbe9a6d3-80d0-4cdc-b180-3639bbb88ba5" providerId="ADAL" clId="{B04D2656-C8AE-AD42-9E26-85BA118373B8}" dt="2021-02-03T11:43:16.373" v="14"/>
            <ac:spMkLst>
              <pc:docMk/>
              <pc:sldMasterMk cId="2010401343" sldId="2147483648"/>
              <pc:sldLayoutMk cId="3364796189" sldId="2147483714"/>
              <ac:spMk id="14" creationId="{F0045096-48AE-2F45-81DE-246F7A97BAFA}"/>
            </ac:spMkLst>
          </pc:spChg>
          <pc:spChg chg="mod">
            <ac:chgData name="Krasauskaitė Ugnė" userId="dbe9a6d3-80d0-4cdc-b180-3639bbb88ba5" providerId="ADAL" clId="{B04D2656-C8AE-AD42-9E26-85BA118373B8}" dt="2021-02-03T11:42:51.684" v="12" actId="113"/>
            <ac:spMkLst>
              <pc:docMk/>
              <pc:sldMasterMk cId="2010401343" sldId="2147483648"/>
              <pc:sldLayoutMk cId="3364796189" sldId="2147483714"/>
              <ac:spMk id="18" creationId="{224758FE-FB03-7945-8489-CE74EBB5340E}"/>
            </ac:spMkLst>
          </pc:spChg>
        </pc:sldLayoutChg>
        <pc:sldLayoutChg chg="addSp delSp modSp mod">
          <pc:chgData name="Krasauskaitė Ugnė" userId="dbe9a6d3-80d0-4cdc-b180-3639bbb88ba5" providerId="ADAL" clId="{B04D2656-C8AE-AD42-9E26-85BA118373B8}" dt="2021-02-03T11:43:36.129" v="20" actId="113"/>
          <pc:sldLayoutMkLst>
            <pc:docMk/>
            <pc:sldMasterMk cId="2010401343" sldId="2147483648"/>
            <pc:sldLayoutMk cId="3744837837" sldId="2147483715"/>
          </pc:sldLayoutMkLst>
          <pc:spChg chg="del">
            <ac:chgData name="Krasauskaitė Ugnė" userId="dbe9a6d3-80d0-4cdc-b180-3639bbb88ba5" providerId="ADAL" clId="{B04D2656-C8AE-AD42-9E26-85BA118373B8}" dt="2021-02-03T11:43:24.495" v="15" actId="478"/>
            <ac:spMkLst>
              <pc:docMk/>
              <pc:sldMasterMk cId="2010401343" sldId="2147483648"/>
              <pc:sldLayoutMk cId="3744837837" sldId="2147483715"/>
              <ac:spMk id="8" creationId="{296451B7-2052-9240-BFB3-A9AA9A36AD9B}"/>
            </ac:spMkLst>
          </pc:spChg>
          <pc:spChg chg="mod">
            <ac:chgData name="Krasauskaitė Ugnė" userId="dbe9a6d3-80d0-4cdc-b180-3639bbb88ba5" providerId="ADAL" clId="{B04D2656-C8AE-AD42-9E26-85BA118373B8}" dt="2021-02-03T11:43:36.129" v="20" actId="113"/>
            <ac:spMkLst>
              <pc:docMk/>
              <pc:sldMasterMk cId="2010401343" sldId="2147483648"/>
              <pc:sldLayoutMk cId="3744837837" sldId="2147483715"/>
              <ac:spMk id="12" creationId="{20FA2AC1-A86F-6246-9CF6-463924E7F598}"/>
            </ac:spMkLst>
          </pc:spChg>
          <pc:spChg chg="mod">
            <ac:chgData name="Krasauskaitė Ugnė" userId="dbe9a6d3-80d0-4cdc-b180-3639bbb88ba5" providerId="ADAL" clId="{B04D2656-C8AE-AD42-9E26-85BA118373B8}" dt="2021-02-03T11:43:36.129" v="20" actId="113"/>
            <ac:spMkLst>
              <pc:docMk/>
              <pc:sldMasterMk cId="2010401343" sldId="2147483648"/>
              <pc:sldLayoutMk cId="3744837837" sldId="2147483715"/>
              <ac:spMk id="13" creationId="{FD500F5A-81CA-2F4B-BDD4-88D7FC1AE05F}"/>
            </ac:spMkLst>
          </pc:spChg>
          <pc:spChg chg="add mod">
            <ac:chgData name="Krasauskaitė Ugnė" userId="dbe9a6d3-80d0-4cdc-b180-3639bbb88ba5" providerId="ADAL" clId="{B04D2656-C8AE-AD42-9E26-85BA118373B8}" dt="2021-02-03T11:43:24.951" v="16"/>
            <ac:spMkLst>
              <pc:docMk/>
              <pc:sldMasterMk cId="2010401343" sldId="2147483648"/>
              <pc:sldLayoutMk cId="3744837837" sldId="2147483715"/>
              <ac:spMk id="15" creationId="{D6224EDB-B787-DE4E-BE6F-8D8484097FCC}"/>
            </ac:spMkLst>
          </pc:spChg>
          <pc:spChg chg="mod">
            <ac:chgData name="Krasauskaitė Ugnė" userId="dbe9a6d3-80d0-4cdc-b180-3639bbb88ba5" providerId="ADAL" clId="{B04D2656-C8AE-AD42-9E26-85BA118373B8}" dt="2021-02-03T11:43:36.129" v="20" actId="113"/>
            <ac:spMkLst>
              <pc:docMk/>
              <pc:sldMasterMk cId="2010401343" sldId="2147483648"/>
              <pc:sldLayoutMk cId="3744837837" sldId="2147483715"/>
              <ac:spMk id="18" creationId="{224758FE-FB03-7945-8489-CE74EBB5340E}"/>
            </ac:spMkLst>
          </pc:spChg>
        </pc:sldLayoutChg>
        <pc:sldLayoutChg chg="modSp">
          <pc:chgData name="Krasauskaitė Ugnė" userId="dbe9a6d3-80d0-4cdc-b180-3639bbb88ba5" providerId="ADAL" clId="{B04D2656-C8AE-AD42-9E26-85BA118373B8}" dt="2021-02-03T11:43:52.105" v="26" actId="2711"/>
          <pc:sldLayoutMkLst>
            <pc:docMk/>
            <pc:sldMasterMk cId="2010401343" sldId="2147483648"/>
            <pc:sldLayoutMk cId="1195424930" sldId="2147483716"/>
          </pc:sldLayoutMkLst>
          <pc:spChg chg="mod">
            <ac:chgData name="Krasauskaitė Ugnė" userId="dbe9a6d3-80d0-4cdc-b180-3639bbb88ba5" providerId="ADAL" clId="{B04D2656-C8AE-AD42-9E26-85BA118373B8}" dt="2021-02-03T11:43:47.872" v="25" actId="113"/>
            <ac:spMkLst>
              <pc:docMk/>
              <pc:sldMasterMk cId="2010401343" sldId="2147483648"/>
              <pc:sldLayoutMk cId="1195424930" sldId="2147483716"/>
              <ac:spMk id="11" creationId="{7EE7EFB9-58EC-4E46-B135-D34F2910C588}"/>
            </ac:spMkLst>
          </pc:spChg>
          <pc:spChg chg="mod">
            <ac:chgData name="Krasauskaitė Ugnė" userId="dbe9a6d3-80d0-4cdc-b180-3639bbb88ba5" providerId="ADAL" clId="{B04D2656-C8AE-AD42-9E26-85BA118373B8}" dt="2021-02-03T11:43:47.872" v="25" actId="113"/>
            <ac:spMkLst>
              <pc:docMk/>
              <pc:sldMasterMk cId="2010401343" sldId="2147483648"/>
              <pc:sldLayoutMk cId="1195424930" sldId="2147483716"/>
              <ac:spMk id="13" creationId="{DCD1856C-F327-BF49-A715-D3258E845AB5}"/>
            </ac:spMkLst>
          </pc:spChg>
          <pc:spChg chg="mod">
            <ac:chgData name="Krasauskaitė Ugnė" userId="dbe9a6d3-80d0-4cdc-b180-3639bbb88ba5" providerId="ADAL" clId="{B04D2656-C8AE-AD42-9E26-85BA118373B8}" dt="2021-02-03T11:43:47.872" v="25" actId="113"/>
            <ac:spMkLst>
              <pc:docMk/>
              <pc:sldMasterMk cId="2010401343" sldId="2147483648"/>
              <pc:sldLayoutMk cId="1195424930" sldId="2147483716"/>
              <ac:spMk id="19" creationId="{CD1AB869-1A97-C74F-B22C-8C4A3C855317}"/>
            </ac:spMkLst>
          </pc:spChg>
          <pc:spChg chg="mod">
            <ac:chgData name="Krasauskaitė Ugnė" userId="dbe9a6d3-80d0-4cdc-b180-3639bbb88ba5" providerId="ADAL" clId="{B04D2656-C8AE-AD42-9E26-85BA118373B8}" dt="2021-02-03T11:43:52.105" v="26" actId="2711"/>
            <ac:spMkLst>
              <pc:docMk/>
              <pc:sldMasterMk cId="2010401343" sldId="2147483648"/>
              <pc:sldLayoutMk cId="1195424930" sldId="2147483716"/>
              <ac:spMk id="21" creationId="{B4B86B12-DA76-274D-9D4F-46D64739DB84}"/>
            </ac:spMkLst>
          </pc:spChg>
          <pc:spChg chg="mod">
            <ac:chgData name="Krasauskaitė Ugnė" userId="dbe9a6d3-80d0-4cdc-b180-3639bbb88ba5" providerId="ADAL" clId="{B04D2656-C8AE-AD42-9E26-85BA118373B8}" dt="2021-02-03T11:43:47.872" v="25" actId="113"/>
            <ac:spMkLst>
              <pc:docMk/>
              <pc:sldMasterMk cId="2010401343" sldId="2147483648"/>
              <pc:sldLayoutMk cId="1195424930" sldId="2147483716"/>
              <ac:spMk id="22" creationId="{587BF503-4657-4144-AE5A-7FC3C4A8467D}"/>
            </ac:spMkLst>
          </pc:spChg>
        </pc:sldLayoutChg>
        <pc:sldLayoutChg chg="modSp">
          <pc:chgData name="Krasauskaitė Ugnė" userId="dbe9a6d3-80d0-4cdc-b180-3639bbb88ba5" providerId="ADAL" clId="{B04D2656-C8AE-AD42-9E26-85BA118373B8}" dt="2021-02-03T11:44:51.329" v="42" actId="113"/>
          <pc:sldLayoutMkLst>
            <pc:docMk/>
            <pc:sldMasterMk cId="2010401343" sldId="2147483648"/>
            <pc:sldLayoutMk cId="3796437252" sldId="2147483717"/>
          </pc:sldLayoutMkLst>
          <pc:spChg chg="mod">
            <ac:chgData name="Krasauskaitė Ugnė" userId="dbe9a6d3-80d0-4cdc-b180-3639bbb88ba5" providerId="ADAL" clId="{B04D2656-C8AE-AD42-9E26-85BA118373B8}" dt="2021-02-03T11:44:51.329" v="42" actId="113"/>
            <ac:spMkLst>
              <pc:docMk/>
              <pc:sldMasterMk cId="2010401343" sldId="2147483648"/>
              <pc:sldLayoutMk cId="3796437252" sldId="2147483717"/>
              <ac:spMk id="8" creationId="{BEC282FF-8A8E-4743-8FE6-0CBA9BBA69B5}"/>
            </ac:spMkLst>
          </pc:spChg>
          <pc:spChg chg="mod">
            <ac:chgData name="Krasauskaitė Ugnė" userId="dbe9a6d3-80d0-4cdc-b180-3639bbb88ba5" providerId="ADAL" clId="{B04D2656-C8AE-AD42-9E26-85BA118373B8}" dt="2021-02-03T11:44:44.729" v="39" actId="2711"/>
            <ac:spMkLst>
              <pc:docMk/>
              <pc:sldMasterMk cId="2010401343" sldId="2147483648"/>
              <pc:sldLayoutMk cId="3796437252" sldId="2147483717"/>
              <ac:spMk id="14" creationId="{F497E261-9388-AC42-BFA8-252592EA0D4A}"/>
            </ac:spMkLst>
          </pc:spChg>
          <pc:spChg chg="mod">
            <ac:chgData name="Krasauskaitė Ugnė" userId="dbe9a6d3-80d0-4cdc-b180-3639bbb88ba5" providerId="ADAL" clId="{B04D2656-C8AE-AD42-9E26-85BA118373B8}" dt="2021-02-03T11:44:51.329" v="42" actId="113"/>
            <ac:spMkLst>
              <pc:docMk/>
              <pc:sldMasterMk cId="2010401343" sldId="2147483648"/>
              <pc:sldLayoutMk cId="3796437252" sldId="2147483717"/>
              <ac:spMk id="17" creationId="{B5FF6581-2E75-F54C-AC74-4CFB308232A1}"/>
            </ac:spMkLst>
          </pc:spChg>
          <pc:spChg chg="mod">
            <ac:chgData name="Krasauskaitė Ugnė" userId="dbe9a6d3-80d0-4cdc-b180-3639bbb88ba5" providerId="ADAL" clId="{B04D2656-C8AE-AD42-9E26-85BA118373B8}" dt="2021-02-03T11:44:44.729" v="39" actId="2711"/>
            <ac:spMkLst>
              <pc:docMk/>
              <pc:sldMasterMk cId="2010401343" sldId="2147483648"/>
              <pc:sldLayoutMk cId="3796437252" sldId="2147483717"/>
              <ac:spMk id="23" creationId="{2E6D4784-2EA3-C74A-80A6-6E53A345902F}"/>
            </ac:spMkLst>
          </pc:spChg>
          <pc:spChg chg="mod">
            <ac:chgData name="Krasauskaitė Ugnė" userId="dbe9a6d3-80d0-4cdc-b180-3639bbb88ba5" providerId="ADAL" clId="{B04D2656-C8AE-AD42-9E26-85BA118373B8}" dt="2021-02-03T11:44:51.329" v="42" actId="113"/>
            <ac:spMkLst>
              <pc:docMk/>
              <pc:sldMasterMk cId="2010401343" sldId="2147483648"/>
              <pc:sldLayoutMk cId="3796437252" sldId="2147483717"/>
              <ac:spMk id="25" creationId="{5592035A-2271-5843-9AF4-E3E9FDCF0139}"/>
            </ac:spMkLst>
          </pc:spChg>
        </pc:sldLayoutChg>
        <pc:sldLayoutChg chg="modSp">
          <pc:chgData name="Krasauskaitė Ugnė" userId="dbe9a6d3-80d0-4cdc-b180-3639bbb88ba5" providerId="ADAL" clId="{B04D2656-C8AE-AD42-9E26-85BA118373B8}" dt="2021-02-03T11:45:03.950" v="46" actId="113"/>
          <pc:sldLayoutMkLst>
            <pc:docMk/>
            <pc:sldMasterMk cId="2010401343" sldId="2147483648"/>
            <pc:sldLayoutMk cId="2153394625" sldId="2147483718"/>
          </pc:sldLayoutMkLst>
          <pc:spChg chg="mod">
            <ac:chgData name="Krasauskaitė Ugnė" userId="dbe9a6d3-80d0-4cdc-b180-3639bbb88ba5" providerId="ADAL" clId="{B04D2656-C8AE-AD42-9E26-85BA118373B8}" dt="2021-02-03T11:45:03.950" v="46" actId="113"/>
            <ac:spMkLst>
              <pc:docMk/>
              <pc:sldMasterMk cId="2010401343" sldId="2147483648"/>
              <pc:sldLayoutMk cId="2153394625" sldId="2147483718"/>
              <ac:spMk id="9" creationId="{B83568EC-B77A-0E4D-9628-B5B410A3918A}"/>
            </ac:spMkLst>
          </pc:spChg>
          <pc:spChg chg="mod">
            <ac:chgData name="Krasauskaitė Ugnė" userId="dbe9a6d3-80d0-4cdc-b180-3639bbb88ba5" providerId="ADAL" clId="{B04D2656-C8AE-AD42-9E26-85BA118373B8}" dt="2021-02-03T11:44:56.672" v="43" actId="2711"/>
            <ac:spMkLst>
              <pc:docMk/>
              <pc:sldMasterMk cId="2010401343" sldId="2147483648"/>
              <pc:sldLayoutMk cId="2153394625" sldId="2147483718"/>
              <ac:spMk id="14" creationId="{F497E261-9388-AC42-BFA8-252592EA0D4A}"/>
            </ac:spMkLst>
          </pc:spChg>
          <pc:spChg chg="mod">
            <ac:chgData name="Krasauskaitė Ugnė" userId="dbe9a6d3-80d0-4cdc-b180-3639bbb88ba5" providerId="ADAL" clId="{B04D2656-C8AE-AD42-9E26-85BA118373B8}" dt="2021-02-03T11:45:03.950" v="46" actId="113"/>
            <ac:spMkLst>
              <pc:docMk/>
              <pc:sldMasterMk cId="2010401343" sldId="2147483648"/>
              <pc:sldLayoutMk cId="2153394625" sldId="2147483718"/>
              <ac:spMk id="17" creationId="{B5FF6581-2E75-F54C-AC74-4CFB308232A1}"/>
            </ac:spMkLst>
          </pc:spChg>
          <pc:spChg chg="mod">
            <ac:chgData name="Krasauskaitė Ugnė" userId="dbe9a6d3-80d0-4cdc-b180-3639bbb88ba5" providerId="ADAL" clId="{B04D2656-C8AE-AD42-9E26-85BA118373B8}" dt="2021-02-03T11:44:56.672" v="43" actId="2711"/>
            <ac:spMkLst>
              <pc:docMk/>
              <pc:sldMasterMk cId="2010401343" sldId="2147483648"/>
              <pc:sldLayoutMk cId="2153394625" sldId="2147483718"/>
              <ac:spMk id="23" creationId="{2E6D4784-2EA3-C74A-80A6-6E53A345902F}"/>
            </ac:spMkLst>
          </pc:spChg>
          <pc:spChg chg="mod">
            <ac:chgData name="Krasauskaitė Ugnė" userId="dbe9a6d3-80d0-4cdc-b180-3639bbb88ba5" providerId="ADAL" clId="{B04D2656-C8AE-AD42-9E26-85BA118373B8}" dt="2021-02-03T11:45:03.950" v="46" actId="113"/>
            <ac:spMkLst>
              <pc:docMk/>
              <pc:sldMasterMk cId="2010401343" sldId="2147483648"/>
              <pc:sldLayoutMk cId="2153394625" sldId="2147483718"/>
              <ac:spMk id="25" creationId="{5592035A-2271-5843-9AF4-E3E9FDCF0139}"/>
            </ac:spMkLst>
          </pc:spChg>
        </pc:sldLayoutChg>
        <pc:sldLayoutChg chg="modSp">
          <pc:chgData name="Krasauskaitė Ugnė" userId="dbe9a6d3-80d0-4cdc-b180-3639bbb88ba5" providerId="ADAL" clId="{B04D2656-C8AE-AD42-9E26-85BA118373B8}" dt="2021-02-03T11:45:12.375" v="47" actId="2711"/>
          <pc:sldLayoutMkLst>
            <pc:docMk/>
            <pc:sldMasterMk cId="2010401343" sldId="2147483648"/>
            <pc:sldLayoutMk cId="2962774028" sldId="2147483719"/>
          </pc:sldLayoutMkLst>
          <pc:spChg chg="mod">
            <ac:chgData name="Krasauskaitė Ugnė" userId="dbe9a6d3-80d0-4cdc-b180-3639bbb88ba5" providerId="ADAL" clId="{B04D2656-C8AE-AD42-9E26-85BA118373B8}" dt="2021-02-03T11:45:12.375" v="47" actId="2711"/>
            <ac:spMkLst>
              <pc:docMk/>
              <pc:sldMasterMk cId="2010401343" sldId="2147483648"/>
              <pc:sldLayoutMk cId="2962774028" sldId="2147483719"/>
              <ac:spMk id="10" creationId="{B72BBEF3-610E-084B-8035-69D7E509C5AF}"/>
            </ac:spMkLst>
          </pc:spChg>
          <pc:spChg chg="mod">
            <ac:chgData name="Krasauskaitė Ugnė" userId="dbe9a6d3-80d0-4cdc-b180-3639bbb88ba5" providerId="ADAL" clId="{B04D2656-C8AE-AD42-9E26-85BA118373B8}" dt="2021-02-03T11:45:12.375" v="47" actId="2711"/>
            <ac:spMkLst>
              <pc:docMk/>
              <pc:sldMasterMk cId="2010401343" sldId="2147483648"/>
              <pc:sldLayoutMk cId="2962774028" sldId="2147483719"/>
              <ac:spMk id="16" creationId="{69113ABE-874B-0647-8AAD-DE5BA4A26CCF}"/>
            </ac:spMkLst>
          </pc:spChg>
          <pc:spChg chg="mod">
            <ac:chgData name="Krasauskaitė Ugnė" userId="dbe9a6d3-80d0-4cdc-b180-3639bbb88ba5" providerId="ADAL" clId="{B04D2656-C8AE-AD42-9E26-85BA118373B8}" dt="2021-02-03T11:45:12.375" v="47" actId="2711"/>
            <ac:spMkLst>
              <pc:docMk/>
              <pc:sldMasterMk cId="2010401343" sldId="2147483648"/>
              <pc:sldLayoutMk cId="2962774028" sldId="2147483719"/>
              <ac:spMk id="19" creationId="{BAFEA5EF-7EB5-B242-B569-0521DECA7C5F}"/>
            </ac:spMkLst>
          </pc:spChg>
          <pc:spChg chg="mod">
            <ac:chgData name="Krasauskaitė Ugnė" userId="dbe9a6d3-80d0-4cdc-b180-3639bbb88ba5" providerId="ADAL" clId="{B04D2656-C8AE-AD42-9E26-85BA118373B8}" dt="2021-02-03T11:45:12.375" v="47" actId="2711"/>
            <ac:spMkLst>
              <pc:docMk/>
              <pc:sldMasterMk cId="2010401343" sldId="2147483648"/>
              <pc:sldLayoutMk cId="2962774028" sldId="2147483719"/>
              <ac:spMk id="20" creationId="{3E63EFE9-5010-3C45-ABA3-DB0AF79AC1EE}"/>
            </ac:spMkLst>
          </pc:spChg>
        </pc:sldLayoutChg>
        <pc:sldLayoutChg chg="modSp">
          <pc:chgData name="Krasauskaitė Ugnė" userId="dbe9a6d3-80d0-4cdc-b180-3639bbb88ba5" providerId="ADAL" clId="{B04D2656-C8AE-AD42-9E26-85BA118373B8}" dt="2021-02-03T11:45:19.561" v="48" actId="2711"/>
          <pc:sldLayoutMkLst>
            <pc:docMk/>
            <pc:sldMasterMk cId="2010401343" sldId="2147483648"/>
            <pc:sldLayoutMk cId="236036594" sldId="2147483720"/>
          </pc:sldLayoutMkLst>
          <pc:spChg chg="mod">
            <ac:chgData name="Krasauskaitė Ugnė" userId="dbe9a6d3-80d0-4cdc-b180-3639bbb88ba5" providerId="ADAL" clId="{B04D2656-C8AE-AD42-9E26-85BA118373B8}" dt="2021-02-03T11:45:19.561" v="48" actId="2711"/>
            <ac:spMkLst>
              <pc:docMk/>
              <pc:sldMasterMk cId="2010401343" sldId="2147483648"/>
              <pc:sldLayoutMk cId="236036594" sldId="2147483720"/>
              <ac:spMk id="10" creationId="{B72BBEF3-610E-084B-8035-69D7E509C5AF}"/>
            </ac:spMkLst>
          </pc:spChg>
          <pc:spChg chg="mod">
            <ac:chgData name="Krasauskaitė Ugnė" userId="dbe9a6d3-80d0-4cdc-b180-3639bbb88ba5" providerId="ADAL" clId="{B04D2656-C8AE-AD42-9E26-85BA118373B8}" dt="2021-02-03T11:45:19.561" v="48" actId="2711"/>
            <ac:spMkLst>
              <pc:docMk/>
              <pc:sldMasterMk cId="2010401343" sldId="2147483648"/>
              <pc:sldLayoutMk cId="236036594" sldId="2147483720"/>
              <ac:spMk id="16" creationId="{69113ABE-874B-0647-8AAD-DE5BA4A26CCF}"/>
            </ac:spMkLst>
          </pc:spChg>
          <pc:spChg chg="mod">
            <ac:chgData name="Krasauskaitė Ugnė" userId="dbe9a6d3-80d0-4cdc-b180-3639bbb88ba5" providerId="ADAL" clId="{B04D2656-C8AE-AD42-9E26-85BA118373B8}" dt="2021-02-03T11:45:19.561" v="48" actId="2711"/>
            <ac:spMkLst>
              <pc:docMk/>
              <pc:sldMasterMk cId="2010401343" sldId="2147483648"/>
              <pc:sldLayoutMk cId="236036594" sldId="2147483720"/>
              <ac:spMk id="19" creationId="{BAFEA5EF-7EB5-B242-B569-0521DECA7C5F}"/>
            </ac:spMkLst>
          </pc:spChg>
          <pc:spChg chg="mod">
            <ac:chgData name="Krasauskaitė Ugnė" userId="dbe9a6d3-80d0-4cdc-b180-3639bbb88ba5" providerId="ADAL" clId="{B04D2656-C8AE-AD42-9E26-85BA118373B8}" dt="2021-02-03T11:45:19.561" v="48" actId="2711"/>
            <ac:spMkLst>
              <pc:docMk/>
              <pc:sldMasterMk cId="2010401343" sldId="2147483648"/>
              <pc:sldLayoutMk cId="236036594" sldId="2147483720"/>
              <ac:spMk id="20" creationId="{3E63EFE9-5010-3C45-ABA3-DB0AF79AC1EE}"/>
            </ac:spMkLst>
          </pc:spChg>
        </pc:sldLayoutChg>
        <pc:sldLayoutChg chg="modSp">
          <pc:chgData name="Krasauskaitė Ugnė" userId="dbe9a6d3-80d0-4cdc-b180-3639bbb88ba5" providerId="ADAL" clId="{B04D2656-C8AE-AD42-9E26-85BA118373B8}" dt="2021-02-03T11:44:09.476" v="30" actId="2711"/>
          <pc:sldLayoutMkLst>
            <pc:docMk/>
            <pc:sldMasterMk cId="2010401343" sldId="2147483648"/>
            <pc:sldLayoutMk cId="149757217" sldId="2147483723"/>
          </pc:sldLayoutMkLst>
          <pc:spChg chg="mod">
            <ac:chgData name="Krasauskaitė Ugnė" userId="dbe9a6d3-80d0-4cdc-b180-3639bbb88ba5" providerId="ADAL" clId="{B04D2656-C8AE-AD42-9E26-85BA118373B8}" dt="2021-02-03T11:44:03.726" v="29" actId="113"/>
            <ac:spMkLst>
              <pc:docMk/>
              <pc:sldMasterMk cId="2010401343" sldId="2147483648"/>
              <pc:sldLayoutMk cId="149757217" sldId="2147483723"/>
              <ac:spMk id="10" creationId="{D1705FAF-CC62-BB49-B817-BC45A057FA08}"/>
            </ac:spMkLst>
          </pc:spChg>
          <pc:spChg chg="mod">
            <ac:chgData name="Krasauskaitė Ugnė" userId="dbe9a6d3-80d0-4cdc-b180-3639bbb88ba5" providerId="ADAL" clId="{B04D2656-C8AE-AD42-9E26-85BA118373B8}" dt="2021-02-03T11:44:03.726" v="29" actId="113"/>
            <ac:spMkLst>
              <pc:docMk/>
              <pc:sldMasterMk cId="2010401343" sldId="2147483648"/>
              <pc:sldLayoutMk cId="149757217" sldId="2147483723"/>
              <ac:spMk id="13" creationId="{DCD1856C-F327-BF49-A715-D3258E845AB5}"/>
            </ac:spMkLst>
          </pc:spChg>
          <pc:spChg chg="mod">
            <ac:chgData name="Krasauskaitė Ugnė" userId="dbe9a6d3-80d0-4cdc-b180-3639bbb88ba5" providerId="ADAL" clId="{B04D2656-C8AE-AD42-9E26-85BA118373B8}" dt="2021-02-03T11:44:03.726" v="29" actId="113"/>
            <ac:spMkLst>
              <pc:docMk/>
              <pc:sldMasterMk cId="2010401343" sldId="2147483648"/>
              <pc:sldLayoutMk cId="149757217" sldId="2147483723"/>
              <ac:spMk id="19" creationId="{CD1AB869-1A97-C74F-B22C-8C4A3C855317}"/>
            </ac:spMkLst>
          </pc:spChg>
          <pc:spChg chg="mod">
            <ac:chgData name="Krasauskaitė Ugnė" userId="dbe9a6d3-80d0-4cdc-b180-3639bbb88ba5" providerId="ADAL" clId="{B04D2656-C8AE-AD42-9E26-85BA118373B8}" dt="2021-02-03T11:44:09.476" v="30" actId="2711"/>
            <ac:spMkLst>
              <pc:docMk/>
              <pc:sldMasterMk cId="2010401343" sldId="2147483648"/>
              <pc:sldLayoutMk cId="149757217" sldId="2147483723"/>
              <ac:spMk id="21" creationId="{B4B86B12-DA76-274D-9D4F-46D64739DB84}"/>
            </ac:spMkLst>
          </pc:spChg>
          <pc:spChg chg="mod">
            <ac:chgData name="Krasauskaitė Ugnė" userId="dbe9a6d3-80d0-4cdc-b180-3639bbb88ba5" providerId="ADAL" clId="{B04D2656-C8AE-AD42-9E26-85BA118373B8}" dt="2021-02-03T11:44:03.726" v="29" actId="113"/>
            <ac:spMkLst>
              <pc:docMk/>
              <pc:sldMasterMk cId="2010401343" sldId="2147483648"/>
              <pc:sldLayoutMk cId="149757217" sldId="2147483723"/>
              <ac:spMk id="22" creationId="{587BF503-4657-4144-AE5A-7FC3C4A8467D}"/>
            </ac:spMkLst>
          </pc:spChg>
        </pc:sldLayoutChg>
        <pc:sldLayoutChg chg="modSp">
          <pc:chgData name="Krasauskaitė Ugnė" userId="dbe9a6d3-80d0-4cdc-b180-3639bbb88ba5" providerId="ADAL" clId="{B04D2656-C8AE-AD42-9E26-85BA118373B8}" dt="2021-02-03T11:44:24.747" v="34" actId="2711"/>
          <pc:sldLayoutMkLst>
            <pc:docMk/>
            <pc:sldMasterMk cId="2010401343" sldId="2147483648"/>
            <pc:sldLayoutMk cId="4182828940" sldId="2147483737"/>
          </pc:sldLayoutMkLst>
          <pc:spChg chg="mod">
            <ac:chgData name="Krasauskaitė Ugnė" userId="dbe9a6d3-80d0-4cdc-b180-3639bbb88ba5" providerId="ADAL" clId="{B04D2656-C8AE-AD42-9E26-85BA118373B8}" dt="2021-02-03T11:44:17.950" v="33" actId="113"/>
            <ac:spMkLst>
              <pc:docMk/>
              <pc:sldMasterMk cId="2010401343" sldId="2147483648"/>
              <pc:sldLayoutMk cId="4182828940" sldId="2147483737"/>
              <ac:spMk id="8" creationId="{EE81F693-50CC-E74A-92F2-28556691589B}"/>
            </ac:spMkLst>
          </pc:spChg>
          <pc:spChg chg="mod">
            <ac:chgData name="Krasauskaitė Ugnė" userId="dbe9a6d3-80d0-4cdc-b180-3639bbb88ba5" providerId="ADAL" clId="{B04D2656-C8AE-AD42-9E26-85BA118373B8}" dt="2021-02-03T11:44:17.950" v="33" actId="113"/>
            <ac:spMkLst>
              <pc:docMk/>
              <pc:sldMasterMk cId="2010401343" sldId="2147483648"/>
              <pc:sldLayoutMk cId="4182828940" sldId="2147483737"/>
              <ac:spMk id="13" creationId="{DCD1856C-F327-BF49-A715-D3258E845AB5}"/>
            </ac:spMkLst>
          </pc:spChg>
          <pc:spChg chg="mod">
            <ac:chgData name="Krasauskaitė Ugnė" userId="dbe9a6d3-80d0-4cdc-b180-3639bbb88ba5" providerId="ADAL" clId="{B04D2656-C8AE-AD42-9E26-85BA118373B8}" dt="2021-02-03T11:44:24.747" v="34" actId="2711"/>
            <ac:spMkLst>
              <pc:docMk/>
              <pc:sldMasterMk cId="2010401343" sldId="2147483648"/>
              <pc:sldLayoutMk cId="4182828940" sldId="2147483737"/>
              <ac:spMk id="21" creationId="{B4B86B12-DA76-274D-9D4F-46D64739DB84}"/>
            </ac:spMkLst>
          </pc:spChg>
          <pc:spChg chg="mod">
            <ac:chgData name="Krasauskaitė Ugnė" userId="dbe9a6d3-80d0-4cdc-b180-3639bbb88ba5" providerId="ADAL" clId="{B04D2656-C8AE-AD42-9E26-85BA118373B8}" dt="2021-02-03T11:44:17.950" v="33" actId="113"/>
            <ac:spMkLst>
              <pc:docMk/>
              <pc:sldMasterMk cId="2010401343" sldId="2147483648"/>
              <pc:sldLayoutMk cId="4182828940" sldId="2147483737"/>
              <ac:spMk id="22" creationId="{587BF503-4657-4144-AE5A-7FC3C4A8467D}"/>
            </ac:spMkLst>
          </pc:spChg>
        </pc:sldLayoutChg>
        <pc:sldLayoutChg chg="modSp">
          <pc:chgData name="Krasauskaitė Ugnė" userId="dbe9a6d3-80d0-4cdc-b180-3639bbb88ba5" providerId="ADAL" clId="{B04D2656-C8AE-AD42-9E26-85BA118373B8}" dt="2021-02-03T11:44:38.450" v="38" actId="2711"/>
          <pc:sldLayoutMkLst>
            <pc:docMk/>
            <pc:sldMasterMk cId="2010401343" sldId="2147483648"/>
            <pc:sldLayoutMk cId="2233462981" sldId="2147483738"/>
          </pc:sldLayoutMkLst>
          <pc:spChg chg="mod">
            <ac:chgData name="Krasauskaitė Ugnė" userId="dbe9a6d3-80d0-4cdc-b180-3639bbb88ba5" providerId="ADAL" clId="{B04D2656-C8AE-AD42-9E26-85BA118373B8}" dt="2021-02-03T11:44:34.387" v="37" actId="113"/>
            <ac:spMkLst>
              <pc:docMk/>
              <pc:sldMasterMk cId="2010401343" sldId="2147483648"/>
              <pc:sldLayoutMk cId="2233462981" sldId="2147483738"/>
              <ac:spMk id="8" creationId="{BD405FBB-9895-7146-BF23-12D1784B464A}"/>
            </ac:spMkLst>
          </pc:spChg>
          <pc:spChg chg="mod">
            <ac:chgData name="Krasauskaitė Ugnė" userId="dbe9a6d3-80d0-4cdc-b180-3639bbb88ba5" providerId="ADAL" clId="{B04D2656-C8AE-AD42-9E26-85BA118373B8}" dt="2021-02-03T11:44:34.387" v="37" actId="113"/>
            <ac:spMkLst>
              <pc:docMk/>
              <pc:sldMasterMk cId="2010401343" sldId="2147483648"/>
              <pc:sldLayoutMk cId="2233462981" sldId="2147483738"/>
              <ac:spMk id="13" creationId="{DCD1856C-F327-BF49-A715-D3258E845AB5}"/>
            </ac:spMkLst>
          </pc:spChg>
          <pc:spChg chg="mod">
            <ac:chgData name="Krasauskaitė Ugnė" userId="dbe9a6d3-80d0-4cdc-b180-3639bbb88ba5" providerId="ADAL" clId="{B04D2656-C8AE-AD42-9E26-85BA118373B8}" dt="2021-02-03T11:44:38.450" v="38" actId="2711"/>
            <ac:spMkLst>
              <pc:docMk/>
              <pc:sldMasterMk cId="2010401343" sldId="2147483648"/>
              <pc:sldLayoutMk cId="2233462981" sldId="2147483738"/>
              <ac:spMk id="21" creationId="{B4B86B12-DA76-274D-9D4F-46D64739DB84}"/>
            </ac:spMkLst>
          </pc:spChg>
          <pc:spChg chg="mod">
            <ac:chgData name="Krasauskaitė Ugnė" userId="dbe9a6d3-80d0-4cdc-b180-3639bbb88ba5" providerId="ADAL" clId="{B04D2656-C8AE-AD42-9E26-85BA118373B8}" dt="2021-02-03T11:44:34.387" v="37" actId="113"/>
            <ac:spMkLst>
              <pc:docMk/>
              <pc:sldMasterMk cId="2010401343" sldId="2147483648"/>
              <pc:sldLayoutMk cId="2233462981" sldId="2147483738"/>
              <ac:spMk id="22" creationId="{587BF503-4657-4144-AE5A-7FC3C4A8467D}"/>
            </ac:spMkLst>
          </pc:spChg>
        </pc:sldLayoutChg>
        <pc:sldLayoutChg chg="modSp">
          <pc:chgData name="Krasauskaitė Ugnė" userId="dbe9a6d3-80d0-4cdc-b180-3639bbb88ba5" providerId="ADAL" clId="{B04D2656-C8AE-AD42-9E26-85BA118373B8}" dt="2021-02-03T11:45:42.302" v="51" actId="2711"/>
          <pc:sldLayoutMkLst>
            <pc:docMk/>
            <pc:sldMasterMk cId="2010401343" sldId="2147483648"/>
            <pc:sldLayoutMk cId="1770696105" sldId="2147483739"/>
          </pc:sldLayoutMkLst>
          <pc:spChg chg="mod">
            <ac:chgData name="Krasauskaitė Ugnė" userId="dbe9a6d3-80d0-4cdc-b180-3639bbb88ba5" providerId="ADAL" clId="{B04D2656-C8AE-AD42-9E26-85BA118373B8}" dt="2021-02-03T11:45:42.302" v="51" actId="2711"/>
            <ac:spMkLst>
              <pc:docMk/>
              <pc:sldMasterMk cId="2010401343" sldId="2147483648"/>
              <pc:sldLayoutMk cId="1770696105" sldId="2147483739"/>
              <ac:spMk id="4" creationId="{719F9151-DC16-CE4F-9309-39250B29EAA0}"/>
            </ac:spMkLst>
          </pc:spChg>
          <pc:spChg chg="mod">
            <ac:chgData name="Krasauskaitė Ugnė" userId="dbe9a6d3-80d0-4cdc-b180-3639bbb88ba5" providerId="ADAL" clId="{B04D2656-C8AE-AD42-9E26-85BA118373B8}" dt="2021-02-03T11:45:42.302" v="51" actId="2711"/>
            <ac:spMkLst>
              <pc:docMk/>
              <pc:sldMasterMk cId="2010401343" sldId="2147483648"/>
              <pc:sldLayoutMk cId="1770696105" sldId="2147483739"/>
              <ac:spMk id="5" creationId="{C502A480-02A7-4745-AB98-DBF617812510}"/>
            </ac:spMkLst>
          </pc:spChg>
          <pc:spChg chg="mod">
            <ac:chgData name="Krasauskaitė Ugnė" userId="dbe9a6d3-80d0-4cdc-b180-3639bbb88ba5" providerId="ADAL" clId="{B04D2656-C8AE-AD42-9E26-85BA118373B8}" dt="2021-02-03T11:45:42.302" v="51" actId="2711"/>
            <ac:spMkLst>
              <pc:docMk/>
              <pc:sldMasterMk cId="2010401343" sldId="2147483648"/>
              <pc:sldLayoutMk cId="1770696105" sldId="2147483739"/>
              <ac:spMk id="6" creationId="{9DD59F3E-D979-E24A-8E0A-3B87A2DA64D7}"/>
            </ac:spMkLst>
          </pc:spChg>
          <pc:spChg chg="mod">
            <ac:chgData name="Krasauskaitė Ugnė" userId="dbe9a6d3-80d0-4cdc-b180-3639bbb88ba5" providerId="ADAL" clId="{B04D2656-C8AE-AD42-9E26-85BA118373B8}" dt="2021-02-03T11:45:42.302" v="51" actId="2711"/>
            <ac:spMkLst>
              <pc:docMk/>
              <pc:sldMasterMk cId="2010401343" sldId="2147483648"/>
              <pc:sldLayoutMk cId="1770696105" sldId="2147483739"/>
              <ac:spMk id="7" creationId="{F8037D3B-F9E1-394A-A1A9-880049C2F5D7}"/>
            </ac:spMkLst>
          </pc:spChg>
        </pc:sldLayoutChg>
        <pc:sldLayoutChg chg="modSp">
          <pc:chgData name="Krasauskaitė Ugnė" userId="dbe9a6d3-80d0-4cdc-b180-3639bbb88ba5" providerId="ADAL" clId="{B04D2656-C8AE-AD42-9E26-85BA118373B8}" dt="2021-02-03T11:45:53.317" v="54" actId="113"/>
          <pc:sldLayoutMkLst>
            <pc:docMk/>
            <pc:sldMasterMk cId="2010401343" sldId="2147483648"/>
            <pc:sldLayoutMk cId="2764757651" sldId="2147483743"/>
          </pc:sldLayoutMkLst>
          <pc:spChg chg="mod">
            <ac:chgData name="Krasauskaitė Ugnė" userId="dbe9a6d3-80d0-4cdc-b180-3639bbb88ba5" providerId="ADAL" clId="{B04D2656-C8AE-AD42-9E26-85BA118373B8}" dt="2021-02-03T11:45:53.317" v="54" actId="113"/>
            <ac:spMkLst>
              <pc:docMk/>
              <pc:sldMasterMk cId="2010401343" sldId="2147483648"/>
              <pc:sldLayoutMk cId="2764757651" sldId="2147483743"/>
              <ac:spMk id="3" creationId="{B1C7BC27-E701-EC4E-A29B-BA55A67673FA}"/>
            </ac:spMkLst>
          </pc:spChg>
          <pc:spChg chg="mod">
            <ac:chgData name="Krasauskaitė Ugnė" userId="dbe9a6d3-80d0-4cdc-b180-3639bbb88ba5" providerId="ADAL" clId="{B04D2656-C8AE-AD42-9E26-85BA118373B8}" dt="2021-02-03T11:45:47.998" v="52" actId="2711"/>
            <ac:spMkLst>
              <pc:docMk/>
              <pc:sldMasterMk cId="2010401343" sldId="2147483648"/>
              <pc:sldLayoutMk cId="2764757651" sldId="2147483743"/>
              <ac:spMk id="15" creationId="{AD15DE3A-FC37-F54E-907A-A159B33E946B}"/>
            </ac:spMkLst>
          </pc:spChg>
        </pc:sldLayoutChg>
      </pc:sldMasterChg>
      <pc:sldMasterChg chg="modSldLayout">
        <pc:chgData name="Krasauskaitė Ugnė" userId="dbe9a6d3-80d0-4cdc-b180-3639bbb88ba5" providerId="ADAL" clId="{B04D2656-C8AE-AD42-9E26-85BA118373B8}" dt="2021-02-03T11:55:03.454" v="110" actId="2711"/>
        <pc:sldMasterMkLst>
          <pc:docMk/>
          <pc:sldMasterMk cId="1568673086" sldId="2147483707"/>
        </pc:sldMasterMkLst>
        <pc:sldLayoutChg chg="modSp mod">
          <pc:chgData name="Krasauskaitė Ugnė" userId="dbe9a6d3-80d0-4cdc-b180-3639bbb88ba5" providerId="ADAL" clId="{B04D2656-C8AE-AD42-9E26-85BA118373B8}" dt="2021-02-03T11:53:48.588" v="92" actId="2711"/>
          <pc:sldLayoutMkLst>
            <pc:docMk/>
            <pc:sldMasterMk cId="1568673086" sldId="2147483707"/>
            <pc:sldLayoutMk cId="232310961" sldId="2147483708"/>
          </pc:sldLayoutMkLst>
          <pc:spChg chg="mod">
            <ac:chgData name="Krasauskaitė Ugnė" userId="dbe9a6d3-80d0-4cdc-b180-3639bbb88ba5" providerId="ADAL" clId="{B04D2656-C8AE-AD42-9E26-85BA118373B8}" dt="2021-02-03T11:53:08.160" v="83" actId="2711"/>
            <ac:spMkLst>
              <pc:docMk/>
              <pc:sldMasterMk cId="1568673086" sldId="2147483707"/>
              <pc:sldLayoutMk cId="232310961" sldId="2147483708"/>
              <ac:spMk id="13" creationId="{3AB4F772-2275-974B-AA4E-C0D2280B6421}"/>
            </ac:spMkLst>
          </pc:spChg>
          <pc:graphicFrameChg chg="mod">
            <ac:chgData name="Krasauskaitė Ugnė" userId="dbe9a6d3-80d0-4cdc-b180-3639bbb88ba5" providerId="ADAL" clId="{B04D2656-C8AE-AD42-9E26-85BA118373B8}" dt="2021-02-03T11:53:40.527" v="90" actId="2711"/>
            <ac:graphicFrameMkLst>
              <pc:docMk/>
              <pc:sldMasterMk cId="1568673086" sldId="2147483707"/>
              <pc:sldLayoutMk cId="232310961" sldId="2147483708"/>
              <ac:graphicFrameMk id="7" creationId="{0ECDE41A-C15A-8C4B-A12D-1A07B994E01E}"/>
            </ac:graphicFrameMkLst>
          </pc:graphicFrameChg>
          <pc:graphicFrameChg chg="mod">
            <ac:chgData name="Krasauskaitė Ugnė" userId="dbe9a6d3-80d0-4cdc-b180-3639bbb88ba5" providerId="ADAL" clId="{B04D2656-C8AE-AD42-9E26-85BA118373B8}" dt="2021-02-03T11:53:48.588" v="92" actId="2711"/>
            <ac:graphicFrameMkLst>
              <pc:docMk/>
              <pc:sldMasterMk cId="1568673086" sldId="2147483707"/>
              <pc:sldLayoutMk cId="232310961" sldId="2147483708"/>
              <ac:graphicFrameMk id="8" creationId="{1E189536-B994-8B44-9AD6-1E9B3000F884}"/>
            </ac:graphicFrameMkLst>
          </pc:graphicFrameChg>
        </pc:sldLayoutChg>
        <pc:sldLayoutChg chg="modSp mod">
          <pc:chgData name="Krasauskaitė Ugnė" userId="dbe9a6d3-80d0-4cdc-b180-3639bbb88ba5" providerId="ADAL" clId="{B04D2656-C8AE-AD42-9E26-85BA118373B8}" dt="2021-02-03T11:54:32.616" v="102" actId="2711"/>
          <pc:sldLayoutMkLst>
            <pc:docMk/>
            <pc:sldMasterMk cId="1568673086" sldId="2147483707"/>
            <pc:sldLayoutMk cId="9681063" sldId="2147483709"/>
          </pc:sldLayoutMkLst>
          <pc:spChg chg="mod">
            <ac:chgData name="Krasauskaitė Ugnė" userId="dbe9a6d3-80d0-4cdc-b180-3639bbb88ba5" providerId="ADAL" clId="{B04D2656-C8AE-AD42-9E26-85BA118373B8}" dt="2021-02-03T11:54:32.616" v="102" actId="2711"/>
            <ac:spMkLst>
              <pc:docMk/>
              <pc:sldMasterMk cId="1568673086" sldId="2147483707"/>
              <pc:sldLayoutMk cId="9681063" sldId="2147483709"/>
              <ac:spMk id="5" creationId="{F822D502-64E2-DE49-8A59-1D3013B76A6E}"/>
            </ac:spMkLst>
          </pc:spChg>
          <pc:graphicFrameChg chg="mod">
            <ac:chgData name="Krasauskaitė Ugnė" userId="dbe9a6d3-80d0-4cdc-b180-3639bbb88ba5" providerId="ADAL" clId="{B04D2656-C8AE-AD42-9E26-85BA118373B8}" dt="2021-02-03T11:54:20.751" v="99" actId="2711"/>
            <ac:graphicFrameMkLst>
              <pc:docMk/>
              <pc:sldMasterMk cId="1568673086" sldId="2147483707"/>
              <pc:sldLayoutMk cId="9681063" sldId="2147483709"/>
              <ac:graphicFrameMk id="6" creationId="{8EE4845D-B78D-4A46-9763-62D727630EA1}"/>
            </ac:graphicFrameMkLst>
          </pc:graphicFrameChg>
          <pc:graphicFrameChg chg="mod">
            <ac:chgData name="Krasauskaitė Ugnė" userId="dbe9a6d3-80d0-4cdc-b180-3639bbb88ba5" providerId="ADAL" clId="{B04D2656-C8AE-AD42-9E26-85BA118373B8}" dt="2021-02-03T11:54:28.716" v="101" actId="2711"/>
            <ac:graphicFrameMkLst>
              <pc:docMk/>
              <pc:sldMasterMk cId="1568673086" sldId="2147483707"/>
              <pc:sldLayoutMk cId="9681063" sldId="2147483709"/>
              <ac:graphicFrameMk id="9" creationId="{5A0CB8A1-1010-EC4F-B6C5-EFB7467F76EE}"/>
            </ac:graphicFrameMkLst>
          </pc:graphicFrameChg>
        </pc:sldLayoutChg>
        <pc:sldLayoutChg chg="modSp mod">
          <pc:chgData name="Krasauskaitė Ugnė" userId="dbe9a6d3-80d0-4cdc-b180-3639bbb88ba5" providerId="ADAL" clId="{B04D2656-C8AE-AD42-9E26-85BA118373B8}" dt="2021-02-03T11:54:50.316" v="106" actId="20577"/>
          <pc:sldLayoutMkLst>
            <pc:docMk/>
            <pc:sldMasterMk cId="1568673086" sldId="2147483707"/>
            <pc:sldLayoutMk cId="4242087196" sldId="2147483710"/>
          </pc:sldLayoutMkLst>
          <pc:spChg chg="mod">
            <ac:chgData name="Krasauskaitė Ugnė" userId="dbe9a6d3-80d0-4cdc-b180-3639bbb88ba5" providerId="ADAL" clId="{B04D2656-C8AE-AD42-9E26-85BA118373B8}" dt="2021-02-03T11:54:50.316" v="106" actId="20577"/>
            <ac:spMkLst>
              <pc:docMk/>
              <pc:sldMasterMk cId="1568673086" sldId="2147483707"/>
              <pc:sldLayoutMk cId="4242087196" sldId="2147483710"/>
              <ac:spMk id="12" creationId="{0A4775A3-EB07-A141-A562-5216ADEA360A}"/>
            </ac:spMkLst>
          </pc:spChg>
          <pc:graphicFrameChg chg="modGraphic">
            <ac:chgData name="Krasauskaitė Ugnė" userId="dbe9a6d3-80d0-4cdc-b180-3639bbb88ba5" providerId="ADAL" clId="{B04D2656-C8AE-AD42-9E26-85BA118373B8}" dt="2021-02-03T11:54:41.761" v="103" actId="2711"/>
            <ac:graphicFrameMkLst>
              <pc:docMk/>
              <pc:sldMasterMk cId="1568673086" sldId="2147483707"/>
              <pc:sldLayoutMk cId="4242087196" sldId="2147483710"/>
              <ac:graphicFrameMk id="4" creationId="{8EDCF25F-588F-FA48-A5FB-9F332A23BADD}"/>
            </ac:graphicFrameMkLst>
          </pc:graphicFrameChg>
        </pc:sldLayoutChg>
        <pc:sldLayoutChg chg="modSp mod">
          <pc:chgData name="Krasauskaitė Ugnė" userId="dbe9a6d3-80d0-4cdc-b180-3639bbb88ba5" providerId="ADAL" clId="{B04D2656-C8AE-AD42-9E26-85BA118373B8}" dt="2021-02-03T11:55:03.454" v="110" actId="2711"/>
          <pc:sldLayoutMkLst>
            <pc:docMk/>
            <pc:sldMasterMk cId="1568673086" sldId="2147483707"/>
            <pc:sldLayoutMk cId="152577745" sldId="2147483711"/>
          </pc:sldLayoutMkLst>
          <pc:spChg chg="mod">
            <ac:chgData name="Krasauskaitė Ugnė" userId="dbe9a6d3-80d0-4cdc-b180-3639bbb88ba5" providerId="ADAL" clId="{B04D2656-C8AE-AD42-9E26-85BA118373B8}" dt="2021-02-03T11:54:58.573" v="109" actId="2711"/>
            <ac:spMkLst>
              <pc:docMk/>
              <pc:sldMasterMk cId="1568673086" sldId="2147483707"/>
              <pc:sldLayoutMk cId="152577745" sldId="2147483711"/>
              <ac:spMk id="7" creationId="{95245F59-08C9-D44E-AAB0-68B4A977944C}"/>
            </ac:spMkLst>
          </pc:spChg>
          <pc:graphicFrameChg chg="modGraphic">
            <ac:chgData name="Krasauskaitė Ugnė" userId="dbe9a6d3-80d0-4cdc-b180-3639bbb88ba5" providerId="ADAL" clId="{B04D2656-C8AE-AD42-9E26-85BA118373B8}" dt="2021-02-03T11:55:03.454" v="110" actId="2711"/>
            <ac:graphicFrameMkLst>
              <pc:docMk/>
              <pc:sldMasterMk cId="1568673086" sldId="2147483707"/>
              <pc:sldLayoutMk cId="152577745" sldId="2147483711"/>
              <ac:graphicFrameMk id="4" creationId="{40D29DF7-224A-0946-B65F-B6854B3ABD98}"/>
            </ac:graphicFrameMkLst>
          </pc:graphicFrameChg>
        </pc:sldLayoutChg>
      </pc:sldMasterChg>
      <pc:sldMasterChg chg="modSldLayout">
        <pc:chgData name="Krasauskaitė Ugnė" userId="dbe9a6d3-80d0-4cdc-b180-3639bbb88ba5" providerId="ADAL" clId="{B04D2656-C8AE-AD42-9E26-85BA118373B8}" dt="2021-02-03T11:53:01.819" v="82" actId="2711"/>
        <pc:sldMasterMkLst>
          <pc:docMk/>
          <pc:sldMasterMk cId="3226558009" sldId="2147483740"/>
        </pc:sldMasterMkLst>
        <pc:sldLayoutChg chg="modSp">
          <pc:chgData name="Krasauskaitė Ugnė" userId="dbe9a6d3-80d0-4cdc-b180-3639bbb88ba5" providerId="ADAL" clId="{B04D2656-C8AE-AD42-9E26-85BA118373B8}" dt="2021-02-03T11:50:37.296" v="56" actId="113"/>
          <pc:sldLayoutMkLst>
            <pc:docMk/>
            <pc:sldMasterMk cId="3226558009" sldId="2147483740"/>
            <pc:sldLayoutMk cId="1696790623" sldId="2147483725"/>
          </pc:sldLayoutMkLst>
          <pc:spChg chg="mod">
            <ac:chgData name="Krasauskaitė Ugnė" userId="dbe9a6d3-80d0-4cdc-b180-3639bbb88ba5" providerId="ADAL" clId="{B04D2656-C8AE-AD42-9E26-85BA118373B8}" dt="2021-02-03T11:50:37.296" v="56" actId="113"/>
            <ac:spMkLst>
              <pc:docMk/>
              <pc:sldMasterMk cId="3226558009" sldId="2147483740"/>
              <pc:sldLayoutMk cId="1696790623" sldId="2147483725"/>
              <ac:spMk id="12" creationId="{50E515E2-7668-514A-A0B4-AC7D06DDB5FE}"/>
            </ac:spMkLst>
          </pc:spChg>
        </pc:sldLayoutChg>
        <pc:sldLayoutChg chg="modSp">
          <pc:chgData name="Krasauskaitė Ugnė" userId="dbe9a6d3-80d0-4cdc-b180-3639bbb88ba5" providerId="ADAL" clId="{B04D2656-C8AE-AD42-9E26-85BA118373B8}" dt="2021-02-03T11:51:29.114" v="58" actId="113"/>
          <pc:sldLayoutMkLst>
            <pc:docMk/>
            <pc:sldMasterMk cId="3226558009" sldId="2147483740"/>
            <pc:sldLayoutMk cId="3830311098" sldId="2147483726"/>
          </pc:sldLayoutMkLst>
          <pc:spChg chg="mod">
            <ac:chgData name="Krasauskaitė Ugnė" userId="dbe9a6d3-80d0-4cdc-b180-3639bbb88ba5" providerId="ADAL" clId="{B04D2656-C8AE-AD42-9E26-85BA118373B8}" dt="2021-02-03T11:51:29.114" v="58" actId="113"/>
            <ac:spMkLst>
              <pc:docMk/>
              <pc:sldMasterMk cId="3226558009" sldId="2147483740"/>
              <pc:sldLayoutMk cId="3830311098" sldId="2147483726"/>
              <ac:spMk id="12" creationId="{50E515E2-7668-514A-A0B4-AC7D06DDB5FE}"/>
            </ac:spMkLst>
          </pc:spChg>
        </pc:sldLayoutChg>
        <pc:sldLayoutChg chg="modSp">
          <pc:chgData name="Krasauskaitė Ugnė" userId="dbe9a6d3-80d0-4cdc-b180-3639bbb88ba5" providerId="ADAL" clId="{B04D2656-C8AE-AD42-9E26-85BA118373B8}" dt="2021-02-03T11:51:35.276" v="60" actId="113"/>
          <pc:sldLayoutMkLst>
            <pc:docMk/>
            <pc:sldMasterMk cId="3226558009" sldId="2147483740"/>
            <pc:sldLayoutMk cId="3116550192" sldId="2147483727"/>
          </pc:sldLayoutMkLst>
          <pc:spChg chg="mod">
            <ac:chgData name="Krasauskaitė Ugnė" userId="dbe9a6d3-80d0-4cdc-b180-3639bbb88ba5" providerId="ADAL" clId="{B04D2656-C8AE-AD42-9E26-85BA118373B8}" dt="2021-02-03T11:51:35.276" v="60" actId="113"/>
            <ac:spMkLst>
              <pc:docMk/>
              <pc:sldMasterMk cId="3226558009" sldId="2147483740"/>
              <pc:sldLayoutMk cId="3116550192" sldId="2147483727"/>
              <ac:spMk id="12" creationId="{50E515E2-7668-514A-A0B4-AC7D06DDB5FE}"/>
            </ac:spMkLst>
          </pc:spChg>
        </pc:sldLayoutChg>
        <pc:sldLayoutChg chg="modSp">
          <pc:chgData name="Krasauskaitė Ugnė" userId="dbe9a6d3-80d0-4cdc-b180-3639bbb88ba5" providerId="ADAL" clId="{B04D2656-C8AE-AD42-9E26-85BA118373B8}" dt="2021-02-03T11:51:40.103" v="62" actId="113"/>
          <pc:sldLayoutMkLst>
            <pc:docMk/>
            <pc:sldMasterMk cId="3226558009" sldId="2147483740"/>
            <pc:sldLayoutMk cId="2001385822" sldId="2147483728"/>
          </pc:sldLayoutMkLst>
          <pc:spChg chg="mod">
            <ac:chgData name="Krasauskaitė Ugnė" userId="dbe9a6d3-80d0-4cdc-b180-3639bbb88ba5" providerId="ADAL" clId="{B04D2656-C8AE-AD42-9E26-85BA118373B8}" dt="2021-02-03T11:51:40.103" v="62" actId="113"/>
            <ac:spMkLst>
              <pc:docMk/>
              <pc:sldMasterMk cId="3226558009" sldId="2147483740"/>
              <pc:sldLayoutMk cId="2001385822" sldId="2147483728"/>
              <ac:spMk id="12" creationId="{50E515E2-7668-514A-A0B4-AC7D06DDB5FE}"/>
            </ac:spMkLst>
          </pc:spChg>
        </pc:sldLayoutChg>
        <pc:sldLayoutChg chg="modSp">
          <pc:chgData name="Krasauskaitė Ugnė" userId="dbe9a6d3-80d0-4cdc-b180-3639bbb88ba5" providerId="ADAL" clId="{B04D2656-C8AE-AD42-9E26-85BA118373B8}" dt="2021-02-03T11:51:51.845" v="66" actId="2711"/>
          <pc:sldLayoutMkLst>
            <pc:docMk/>
            <pc:sldMasterMk cId="3226558009" sldId="2147483740"/>
            <pc:sldLayoutMk cId="2456432916" sldId="2147483729"/>
          </pc:sldLayoutMkLst>
          <pc:spChg chg="mod">
            <ac:chgData name="Krasauskaitė Ugnė" userId="dbe9a6d3-80d0-4cdc-b180-3639bbb88ba5" providerId="ADAL" clId="{B04D2656-C8AE-AD42-9E26-85BA118373B8}" dt="2021-02-03T11:51:47.842" v="65" actId="113"/>
            <ac:spMkLst>
              <pc:docMk/>
              <pc:sldMasterMk cId="3226558009" sldId="2147483740"/>
              <pc:sldLayoutMk cId="2456432916" sldId="2147483729"/>
              <ac:spMk id="6" creationId="{3D9565FE-3CF5-C940-8534-EF27E7FE6B39}"/>
            </ac:spMkLst>
          </pc:spChg>
          <pc:spChg chg="mod">
            <ac:chgData name="Krasauskaitė Ugnė" userId="dbe9a6d3-80d0-4cdc-b180-3639bbb88ba5" providerId="ADAL" clId="{B04D2656-C8AE-AD42-9E26-85BA118373B8}" dt="2021-02-03T11:51:51.845" v="66" actId="2711"/>
            <ac:spMkLst>
              <pc:docMk/>
              <pc:sldMasterMk cId="3226558009" sldId="2147483740"/>
              <pc:sldLayoutMk cId="2456432916" sldId="2147483729"/>
              <ac:spMk id="15" creationId="{B5F1E7A3-042D-1A41-A4EE-C4B741F2F954}"/>
            </ac:spMkLst>
          </pc:spChg>
          <pc:spChg chg="mod">
            <ac:chgData name="Krasauskaitė Ugnė" userId="dbe9a6d3-80d0-4cdc-b180-3639bbb88ba5" providerId="ADAL" clId="{B04D2656-C8AE-AD42-9E26-85BA118373B8}" dt="2021-02-03T11:51:47.842" v="65" actId="113"/>
            <ac:spMkLst>
              <pc:docMk/>
              <pc:sldMasterMk cId="3226558009" sldId="2147483740"/>
              <pc:sldLayoutMk cId="2456432916" sldId="2147483729"/>
              <ac:spMk id="16" creationId="{0393B77B-8341-1C44-8B13-EC418665B44B}"/>
            </ac:spMkLst>
          </pc:spChg>
        </pc:sldLayoutChg>
        <pc:sldLayoutChg chg="modSp">
          <pc:chgData name="Krasauskaitė Ugnė" userId="dbe9a6d3-80d0-4cdc-b180-3639bbb88ba5" providerId="ADAL" clId="{B04D2656-C8AE-AD42-9E26-85BA118373B8}" dt="2021-02-03T11:52:37.376" v="78" actId="2711"/>
          <pc:sldLayoutMkLst>
            <pc:docMk/>
            <pc:sldMasterMk cId="3226558009" sldId="2147483740"/>
            <pc:sldLayoutMk cId="3322117946" sldId="2147483731"/>
          </pc:sldLayoutMkLst>
          <pc:spChg chg="mod">
            <ac:chgData name="Krasauskaitė Ugnė" userId="dbe9a6d3-80d0-4cdc-b180-3639bbb88ba5" providerId="ADAL" clId="{B04D2656-C8AE-AD42-9E26-85BA118373B8}" dt="2021-02-03T11:52:37.376" v="78" actId="2711"/>
            <ac:spMkLst>
              <pc:docMk/>
              <pc:sldMasterMk cId="3226558009" sldId="2147483740"/>
              <pc:sldLayoutMk cId="3322117946" sldId="2147483731"/>
              <ac:spMk id="6" creationId="{66AC166F-BD2D-6D49-902E-EA2D168F6C1B}"/>
            </ac:spMkLst>
          </pc:spChg>
          <pc:spChg chg="mod">
            <ac:chgData name="Krasauskaitė Ugnė" userId="dbe9a6d3-80d0-4cdc-b180-3639bbb88ba5" providerId="ADAL" clId="{B04D2656-C8AE-AD42-9E26-85BA118373B8}" dt="2021-02-03T11:52:33.825" v="77" actId="113"/>
            <ac:spMkLst>
              <pc:docMk/>
              <pc:sldMasterMk cId="3226558009" sldId="2147483740"/>
              <pc:sldLayoutMk cId="3322117946" sldId="2147483731"/>
              <ac:spMk id="7" creationId="{C1CCD885-C1EB-3A48-B8A0-CC1F23EEB6AE}"/>
            </ac:spMkLst>
          </pc:spChg>
        </pc:sldLayoutChg>
        <pc:sldLayoutChg chg="modSp">
          <pc:chgData name="Krasauskaitė Ugnė" userId="dbe9a6d3-80d0-4cdc-b180-3639bbb88ba5" providerId="ADAL" clId="{B04D2656-C8AE-AD42-9E26-85BA118373B8}" dt="2021-02-03T11:52:20.836" v="75" actId="2711"/>
          <pc:sldLayoutMkLst>
            <pc:docMk/>
            <pc:sldMasterMk cId="3226558009" sldId="2147483740"/>
            <pc:sldLayoutMk cId="1562306216" sldId="2147483732"/>
          </pc:sldLayoutMkLst>
          <pc:spChg chg="mod">
            <ac:chgData name="Krasauskaitė Ugnė" userId="dbe9a6d3-80d0-4cdc-b180-3639bbb88ba5" providerId="ADAL" clId="{B04D2656-C8AE-AD42-9E26-85BA118373B8}" dt="2021-02-03T11:52:20.836" v="75" actId="2711"/>
            <ac:spMkLst>
              <pc:docMk/>
              <pc:sldMasterMk cId="3226558009" sldId="2147483740"/>
              <pc:sldLayoutMk cId="1562306216" sldId="2147483732"/>
              <ac:spMk id="6" creationId="{66AC166F-BD2D-6D49-902E-EA2D168F6C1B}"/>
            </ac:spMkLst>
          </pc:spChg>
          <pc:spChg chg="mod">
            <ac:chgData name="Krasauskaitė Ugnė" userId="dbe9a6d3-80d0-4cdc-b180-3639bbb88ba5" providerId="ADAL" clId="{B04D2656-C8AE-AD42-9E26-85BA118373B8}" dt="2021-02-03T11:52:16.880" v="74" actId="113"/>
            <ac:spMkLst>
              <pc:docMk/>
              <pc:sldMasterMk cId="3226558009" sldId="2147483740"/>
              <pc:sldLayoutMk cId="1562306216" sldId="2147483732"/>
              <ac:spMk id="7" creationId="{C1CCD885-C1EB-3A48-B8A0-CC1F23EEB6AE}"/>
            </ac:spMkLst>
          </pc:spChg>
        </pc:sldLayoutChg>
        <pc:sldLayoutChg chg="modSp">
          <pc:chgData name="Krasauskaitė Ugnė" userId="dbe9a6d3-80d0-4cdc-b180-3639bbb88ba5" providerId="ADAL" clId="{B04D2656-C8AE-AD42-9E26-85BA118373B8}" dt="2021-02-03T11:52:42.511" v="79" actId="2711"/>
          <pc:sldLayoutMkLst>
            <pc:docMk/>
            <pc:sldMasterMk cId="3226558009" sldId="2147483740"/>
            <pc:sldLayoutMk cId="2989932070" sldId="2147483733"/>
          </pc:sldLayoutMkLst>
          <pc:spChg chg="mod">
            <ac:chgData name="Krasauskaitė Ugnė" userId="dbe9a6d3-80d0-4cdc-b180-3639bbb88ba5" providerId="ADAL" clId="{B04D2656-C8AE-AD42-9E26-85BA118373B8}" dt="2021-02-03T11:52:42.511" v="79" actId="2711"/>
            <ac:spMkLst>
              <pc:docMk/>
              <pc:sldMasterMk cId="3226558009" sldId="2147483740"/>
              <pc:sldLayoutMk cId="2989932070" sldId="2147483733"/>
              <ac:spMk id="16" creationId="{69113ABE-874B-0647-8AAD-DE5BA4A26CCF}"/>
            </ac:spMkLst>
          </pc:spChg>
          <pc:spChg chg="mod">
            <ac:chgData name="Krasauskaitė Ugnė" userId="dbe9a6d3-80d0-4cdc-b180-3639bbb88ba5" providerId="ADAL" clId="{B04D2656-C8AE-AD42-9E26-85BA118373B8}" dt="2021-02-03T11:52:42.511" v="79" actId="2711"/>
            <ac:spMkLst>
              <pc:docMk/>
              <pc:sldMasterMk cId="3226558009" sldId="2147483740"/>
              <pc:sldLayoutMk cId="2989932070" sldId="2147483733"/>
              <ac:spMk id="19" creationId="{BAFEA5EF-7EB5-B242-B569-0521DECA7C5F}"/>
            </ac:spMkLst>
          </pc:spChg>
        </pc:sldLayoutChg>
        <pc:sldLayoutChg chg="modSp">
          <pc:chgData name="Krasauskaitė Ugnė" userId="dbe9a6d3-80d0-4cdc-b180-3639bbb88ba5" providerId="ADAL" clId="{B04D2656-C8AE-AD42-9E26-85BA118373B8}" dt="2021-02-03T11:52:47.942" v="80" actId="2711"/>
          <pc:sldLayoutMkLst>
            <pc:docMk/>
            <pc:sldMasterMk cId="3226558009" sldId="2147483740"/>
            <pc:sldLayoutMk cId="3899158391" sldId="2147483734"/>
          </pc:sldLayoutMkLst>
          <pc:spChg chg="mod">
            <ac:chgData name="Krasauskaitė Ugnė" userId="dbe9a6d3-80d0-4cdc-b180-3639bbb88ba5" providerId="ADAL" clId="{B04D2656-C8AE-AD42-9E26-85BA118373B8}" dt="2021-02-03T11:52:47.942" v="80" actId="2711"/>
            <ac:spMkLst>
              <pc:docMk/>
              <pc:sldMasterMk cId="3226558009" sldId="2147483740"/>
              <pc:sldLayoutMk cId="3899158391" sldId="2147483734"/>
              <ac:spMk id="16" creationId="{69113ABE-874B-0647-8AAD-DE5BA4A26CCF}"/>
            </ac:spMkLst>
          </pc:spChg>
          <pc:spChg chg="mod">
            <ac:chgData name="Krasauskaitė Ugnė" userId="dbe9a6d3-80d0-4cdc-b180-3639bbb88ba5" providerId="ADAL" clId="{B04D2656-C8AE-AD42-9E26-85BA118373B8}" dt="2021-02-03T11:52:47.942" v="80" actId="2711"/>
            <ac:spMkLst>
              <pc:docMk/>
              <pc:sldMasterMk cId="3226558009" sldId="2147483740"/>
              <pc:sldLayoutMk cId="3899158391" sldId="2147483734"/>
              <ac:spMk id="19" creationId="{BAFEA5EF-7EB5-B242-B569-0521DECA7C5F}"/>
            </ac:spMkLst>
          </pc:spChg>
        </pc:sldLayoutChg>
        <pc:sldLayoutChg chg="modSp">
          <pc:chgData name="Krasauskaitė Ugnė" userId="dbe9a6d3-80d0-4cdc-b180-3639bbb88ba5" providerId="ADAL" clId="{B04D2656-C8AE-AD42-9E26-85BA118373B8}" dt="2021-02-03T11:52:54.413" v="81" actId="2711"/>
          <pc:sldLayoutMkLst>
            <pc:docMk/>
            <pc:sldMasterMk cId="3226558009" sldId="2147483740"/>
            <pc:sldLayoutMk cId="4197057146" sldId="2147483735"/>
          </pc:sldLayoutMkLst>
          <pc:spChg chg="mod">
            <ac:chgData name="Krasauskaitė Ugnė" userId="dbe9a6d3-80d0-4cdc-b180-3639bbb88ba5" providerId="ADAL" clId="{B04D2656-C8AE-AD42-9E26-85BA118373B8}" dt="2021-02-03T11:52:54.413" v="81" actId="2711"/>
            <ac:spMkLst>
              <pc:docMk/>
              <pc:sldMasterMk cId="3226558009" sldId="2147483740"/>
              <pc:sldLayoutMk cId="4197057146" sldId="2147483735"/>
              <ac:spMk id="16" creationId="{69113ABE-874B-0647-8AAD-DE5BA4A26CCF}"/>
            </ac:spMkLst>
          </pc:spChg>
          <pc:spChg chg="mod">
            <ac:chgData name="Krasauskaitė Ugnė" userId="dbe9a6d3-80d0-4cdc-b180-3639bbb88ba5" providerId="ADAL" clId="{B04D2656-C8AE-AD42-9E26-85BA118373B8}" dt="2021-02-03T11:52:54.413" v="81" actId="2711"/>
            <ac:spMkLst>
              <pc:docMk/>
              <pc:sldMasterMk cId="3226558009" sldId="2147483740"/>
              <pc:sldLayoutMk cId="4197057146" sldId="2147483735"/>
              <ac:spMk id="19" creationId="{BAFEA5EF-7EB5-B242-B569-0521DECA7C5F}"/>
            </ac:spMkLst>
          </pc:spChg>
        </pc:sldLayoutChg>
        <pc:sldLayoutChg chg="modSp">
          <pc:chgData name="Krasauskaitė Ugnė" userId="dbe9a6d3-80d0-4cdc-b180-3639bbb88ba5" providerId="ADAL" clId="{B04D2656-C8AE-AD42-9E26-85BA118373B8}" dt="2021-02-03T11:53:01.819" v="82" actId="2711"/>
          <pc:sldLayoutMkLst>
            <pc:docMk/>
            <pc:sldMasterMk cId="3226558009" sldId="2147483740"/>
            <pc:sldLayoutMk cId="1911777476" sldId="2147483736"/>
          </pc:sldLayoutMkLst>
          <pc:spChg chg="mod">
            <ac:chgData name="Krasauskaitė Ugnė" userId="dbe9a6d3-80d0-4cdc-b180-3639bbb88ba5" providerId="ADAL" clId="{B04D2656-C8AE-AD42-9E26-85BA118373B8}" dt="2021-02-03T11:53:01.819" v="82" actId="2711"/>
            <ac:spMkLst>
              <pc:docMk/>
              <pc:sldMasterMk cId="3226558009" sldId="2147483740"/>
              <pc:sldLayoutMk cId="1911777476" sldId="2147483736"/>
              <ac:spMk id="16" creationId="{69113ABE-874B-0647-8AAD-DE5BA4A26CCF}"/>
            </ac:spMkLst>
          </pc:spChg>
          <pc:spChg chg="mod">
            <ac:chgData name="Krasauskaitė Ugnė" userId="dbe9a6d3-80d0-4cdc-b180-3639bbb88ba5" providerId="ADAL" clId="{B04D2656-C8AE-AD42-9E26-85BA118373B8}" dt="2021-02-03T11:53:01.819" v="82" actId="2711"/>
            <ac:spMkLst>
              <pc:docMk/>
              <pc:sldMasterMk cId="3226558009" sldId="2147483740"/>
              <pc:sldLayoutMk cId="1911777476" sldId="2147483736"/>
              <ac:spMk id="19" creationId="{BAFEA5EF-7EB5-B242-B569-0521DECA7C5F}"/>
            </ac:spMkLst>
          </pc:spChg>
        </pc:sldLayoutChg>
        <pc:sldLayoutChg chg="modSp">
          <pc:chgData name="Krasauskaitė Ugnė" userId="dbe9a6d3-80d0-4cdc-b180-3639bbb88ba5" providerId="ADAL" clId="{B04D2656-C8AE-AD42-9E26-85BA118373B8}" dt="2021-02-03T11:52:07.695" v="72" actId="2711"/>
          <pc:sldLayoutMkLst>
            <pc:docMk/>
            <pc:sldMasterMk cId="3226558009" sldId="2147483740"/>
            <pc:sldLayoutMk cId="4081787762" sldId="2147483742"/>
          </pc:sldLayoutMkLst>
          <pc:spChg chg="mod">
            <ac:chgData name="Krasauskaitė Ugnė" userId="dbe9a6d3-80d0-4cdc-b180-3639bbb88ba5" providerId="ADAL" clId="{B04D2656-C8AE-AD42-9E26-85BA118373B8}" dt="2021-02-03T11:52:02.785" v="71" actId="113"/>
            <ac:spMkLst>
              <pc:docMk/>
              <pc:sldMasterMk cId="3226558009" sldId="2147483740"/>
              <pc:sldLayoutMk cId="4081787762" sldId="2147483742"/>
              <ac:spMk id="6" creationId="{E960C207-DFB8-7C44-BEFE-3C8BB4B229DC}"/>
            </ac:spMkLst>
          </pc:spChg>
          <pc:spChg chg="mod">
            <ac:chgData name="Krasauskaitė Ugnė" userId="dbe9a6d3-80d0-4cdc-b180-3639bbb88ba5" providerId="ADAL" clId="{B04D2656-C8AE-AD42-9E26-85BA118373B8}" dt="2021-02-03T11:52:07.695" v="72" actId="2711"/>
            <ac:spMkLst>
              <pc:docMk/>
              <pc:sldMasterMk cId="3226558009" sldId="2147483740"/>
              <pc:sldLayoutMk cId="4081787762" sldId="2147483742"/>
              <ac:spMk id="23" creationId="{2E6D4784-2EA3-C74A-80A6-6E53A345902F}"/>
            </ac:spMkLst>
          </pc:spChg>
          <pc:spChg chg="mod">
            <ac:chgData name="Krasauskaitė Ugnė" userId="dbe9a6d3-80d0-4cdc-b180-3639bbb88ba5" providerId="ADAL" clId="{B04D2656-C8AE-AD42-9E26-85BA118373B8}" dt="2021-02-03T11:52:02.785" v="71" actId="113"/>
            <ac:spMkLst>
              <pc:docMk/>
              <pc:sldMasterMk cId="3226558009" sldId="2147483740"/>
              <pc:sldLayoutMk cId="4081787762" sldId="2147483742"/>
              <ac:spMk id="25" creationId="{5592035A-2271-5843-9AF4-E3E9FDCF0139}"/>
            </ac:spMkLst>
          </pc:spChg>
        </pc:sldLayoutChg>
      </pc:sldMasterChg>
    </pc:docChg>
  </pc:docChgLst>
  <pc:docChgLst>
    <pc:chgData name="Krasauskaitė Ugnė" userId="dbe9a6d3-80d0-4cdc-b180-3639bbb88ba5" providerId="ADAL" clId="{07B18557-A708-BB4C-BDBE-7183D1358208}"/>
    <pc:docChg chg="undo redo custSel modSld addMainMaster modMainMaster">
      <pc:chgData name="Krasauskaitė Ugnė" userId="dbe9a6d3-80d0-4cdc-b180-3639bbb88ba5" providerId="ADAL" clId="{07B18557-A708-BB4C-BDBE-7183D1358208}" dt="2021-02-02T07:56:08.243" v="1385" actId="11"/>
      <pc:docMkLst>
        <pc:docMk/>
      </pc:docMkLst>
      <pc:sldMasterChg chg="mod addSldLayout delSldLayout modSldLayout sldLayoutOrd">
        <pc:chgData name="Krasauskaitė Ugnė" userId="dbe9a6d3-80d0-4cdc-b180-3639bbb88ba5" providerId="ADAL" clId="{07B18557-A708-BB4C-BDBE-7183D1358208}" dt="2021-02-02T07:56:08.243" v="1385" actId="11"/>
        <pc:sldMasterMkLst>
          <pc:docMk/>
          <pc:sldMasterMk cId="2010401343" sldId="2147483648"/>
        </pc:sldMasterMkLst>
        <pc:sldLayoutChg chg="del">
          <pc:chgData name="Krasauskaitė Ugnė" userId="dbe9a6d3-80d0-4cdc-b180-3639bbb88ba5" providerId="ADAL" clId="{07B18557-A708-BB4C-BDBE-7183D1358208}" dt="2021-02-02T06:59:12.845" v="893" actId="2696"/>
          <pc:sldLayoutMkLst>
            <pc:docMk/>
            <pc:sldMasterMk cId="2010401343" sldId="2147483648"/>
            <pc:sldLayoutMk cId="633514424" sldId="2147483652"/>
          </pc:sldLayoutMkLst>
        </pc:sldLayoutChg>
        <pc:sldLayoutChg chg="del">
          <pc:chgData name="Krasauskaitė Ugnė" userId="dbe9a6d3-80d0-4cdc-b180-3639bbb88ba5" providerId="ADAL" clId="{07B18557-A708-BB4C-BDBE-7183D1358208}" dt="2021-02-01T14:26:18.828" v="293" actId="2696"/>
          <pc:sldLayoutMkLst>
            <pc:docMk/>
            <pc:sldMasterMk cId="2010401343" sldId="2147483648"/>
            <pc:sldLayoutMk cId="2596350195" sldId="2147483661"/>
          </pc:sldLayoutMkLst>
        </pc:sldLayoutChg>
        <pc:sldLayoutChg chg="del">
          <pc:chgData name="Krasauskaitė Ugnė" userId="dbe9a6d3-80d0-4cdc-b180-3639bbb88ba5" providerId="ADAL" clId="{07B18557-A708-BB4C-BDBE-7183D1358208}" dt="2021-02-02T07:09:46.457" v="971" actId="2696"/>
          <pc:sldLayoutMkLst>
            <pc:docMk/>
            <pc:sldMasterMk cId="2010401343" sldId="2147483648"/>
            <pc:sldLayoutMk cId="3690192179" sldId="2147483664"/>
          </pc:sldLayoutMkLst>
        </pc:sldLayoutChg>
        <pc:sldLayoutChg chg="add del">
          <pc:chgData name="Krasauskaitė Ugnė" userId="dbe9a6d3-80d0-4cdc-b180-3639bbb88ba5" providerId="ADAL" clId="{07B18557-A708-BB4C-BDBE-7183D1358208}" dt="2021-02-02T07:12:58.509" v="1035" actId="2696"/>
          <pc:sldLayoutMkLst>
            <pc:docMk/>
            <pc:sldMasterMk cId="2010401343" sldId="2147483648"/>
            <pc:sldLayoutMk cId="467404051" sldId="2147483670"/>
          </pc:sldLayoutMkLst>
        </pc:sldLayoutChg>
        <pc:sldLayoutChg chg="del">
          <pc:chgData name="Krasauskaitė Ugnė" userId="dbe9a6d3-80d0-4cdc-b180-3639bbb88ba5" providerId="ADAL" clId="{07B18557-A708-BB4C-BDBE-7183D1358208}" dt="2021-02-02T07:12:32.306" v="1025" actId="2696"/>
          <pc:sldLayoutMkLst>
            <pc:docMk/>
            <pc:sldMasterMk cId="2010401343" sldId="2147483648"/>
            <pc:sldLayoutMk cId="3512665136" sldId="2147483671"/>
          </pc:sldLayoutMkLst>
        </pc:sldLayoutChg>
        <pc:sldLayoutChg chg="del">
          <pc:chgData name="Krasauskaitė Ugnė" userId="dbe9a6d3-80d0-4cdc-b180-3639bbb88ba5" providerId="ADAL" clId="{07B18557-A708-BB4C-BDBE-7183D1358208}" dt="2021-02-02T07:12:32.282" v="1023" actId="2696"/>
          <pc:sldLayoutMkLst>
            <pc:docMk/>
            <pc:sldMasterMk cId="2010401343" sldId="2147483648"/>
            <pc:sldLayoutMk cId="2513139484" sldId="2147483675"/>
          </pc:sldLayoutMkLst>
        </pc:sldLayoutChg>
        <pc:sldLayoutChg chg="del">
          <pc:chgData name="Krasauskaitė Ugnė" userId="dbe9a6d3-80d0-4cdc-b180-3639bbb88ba5" providerId="ADAL" clId="{07B18557-A708-BB4C-BDBE-7183D1358208}" dt="2021-02-02T07:12:32.294" v="1024" actId="2696"/>
          <pc:sldLayoutMkLst>
            <pc:docMk/>
            <pc:sldMasterMk cId="2010401343" sldId="2147483648"/>
            <pc:sldLayoutMk cId="185173636" sldId="2147483676"/>
          </pc:sldLayoutMkLst>
        </pc:sldLayoutChg>
        <pc:sldLayoutChg chg="addSp delSp modSp mod ord setBg">
          <pc:chgData name="Krasauskaitė Ugnė" userId="dbe9a6d3-80d0-4cdc-b180-3639bbb88ba5" providerId="ADAL" clId="{07B18557-A708-BB4C-BDBE-7183D1358208}" dt="2021-02-02T07:47:41.988" v="1352" actId="6014"/>
          <pc:sldLayoutMkLst>
            <pc:docMk/>
            <pc:sldMasterMk cId="2010401343" sldId="2147483648"/>
            <pc:sldLayoutMk cId="2967530489" sldId="2147483677"/>
          </pc:sldLayoutMkLst>
          <pc:spChg chg="add del mod">
            <ac:chgData name="Krasauskaitė Ugnė" userId="dbe9a6d3-80d0-4cdc-b180-3639bbb88ba5" providerId="ADAL" clId="{07B18557-A708-BB4C-BDBE-7183D1358208}" dt="2021-02-02T07:46:48.767" v="1342" actId="478"/>
            <ac:spMkLst>
              <pc:docMk/>
              <pc:sldMasterMk cId="2010401343" sldId="2147483648"/>
              <pc:sldLayoutMk cId="2967530489" sldId="2147483677"/>
              <ac:spMk id="2" creationId="{A9796350-E9EE-B444-86C4-4F52059D36E4}"/>
            </ac:spMkLst>
          </pc:spChg>
          <pc:spChg chg="add del mod">
            <ac:chgData name="Krasauskaitė Ugnė" userId="dbe9a6d3-80d0-4cdc-b180-3639bbb88ba5" providerId="ADAL" clId="{07B18557-A708-BB4C-BDBE-7183D1358208}" dt="2021-02-02T07:47:05.224" v="1347" actId="478"/>
            <ac:spMkLst>
              <pc:docMk/>
              <pc:sldMasterMk cId="2010401343" sldId="2147483648"/>
              <pc:sldLayoutMk cId="2967530489" sldId="2147483677"/>
              <ac:spMk id="4" creationId="{719F9151-DC16-CE4F-9309-39250B29EAA0}"/>
            </ac:spMkLst>
          </pc:spChg>
          <pc:spChg chg="del">
            <ac:chgData name="Krasauskaitė Ugnė" userId="dbe9a6d3-80d0-4cdc-b180-3639bbb88ba5" providerId="ADAL" clId="{07B18557-A708-BB4C-BDBE-7183D1358208}" dt="2021-02-01T14:18:15.207" v="230" actId="478"/>
            <ac:spMkLst>
              <pc:docMk/>
              <pc:sldMasterMk cId="2010401343" sldId="2147483648"/>
              <pc:sldLayoutMk cId="2967530489" sldId="2147483677"/>
              <ac:spMk id="5" creationId="{63F59727-8AC8-6144-AD99-82ADA136675D}"/>
            </ac:spMkLst>
          </pc:spChg>
          <pc:spChg chg="add del mod">
            <ac:chgData name="Krasauskaitė Ugnė" userId="dbe9a6d3-80d0-4cdc-b180-3639bbb88ba5" providerId="ADAL" clId="{07B18557-A708-BB4C-BDBE-7183D1358208}" dt="2021-02-02T07:47:05.224" v="1347" actId="478"/>
            <ac:spMkLst>
              <pc:docMk/>
              <pc:sldMasterMk cId="2010401343" sldId="2147483648"/>
              <pc:sldLayoutMk cId="2967530489" sldId="2147483677"/>
              <ac:spMk id="5" creationId="{C502A480-02A7-4745-AB98-DBF617812510}"/>
            </ac:spMkLst>
          </pc:spChg>
          <pc:spChg chg="add del mod">
            <ac:chgData name="Krasauskaitė Ugnė" userId="dbe9a6d3-80d0-4cdc-b180-3639bbb88ba5" providerId="ADAL" clId="{07B18557-A708-BB4C-BDBE-7183D1358208}" dt="2021-02-02T07:47:05.224" v="1347" actId="478"/>
            <ac:spMkLst>
              <pc:docMk/>
              <pc:sldMasterMk cId="2010401343" sldId="2147483648"/>
              <pc:sldLayoutMk cId="2967530489" sldId="2147483677"/>
              <ac:spMk id="6" creationId="{9DD59F3E-D979-E24A-8E0A-3B87A2DA64D7}"/>
            </ac:spMkLst>
          </pc:spChg>
          <pc:spChg chg="add del mod">
            <ac:chgData name="Krasauskaitė Ugnė" userId="dbe9a6d3-80d0-4cdc-b180-3639bbb88ba5" providerId="ADAL" clId="{07B18557-A708-BB4C-BDBE-7183D1358208}" dt="2021-02-02T07:47:05.224" v="1347" actId="478"/>
            <ac:spMkLst>
              <pc:docMk/>
              <pc:sldMasterMk cId="2010401343" sldId="2147483648"/>
              <pc:sldLayoutMk cId="2967530489" sldId="2147483677"/>
              <ac:spMk id="7" creationId="{F8037D3B-F9E1-394A-A1A9-880049C2F5D7}"/>
            </ac:spMkLst>
          </pc:spChg>
          <pc:spChg chg="del">
            <ac:chgData name="Krasauskaitė Ugnė" userId="dbe9a6d3-80d0-4cdc-b180-3639bbb88ba5" providerId="ADAL" clId="{07B18557-A708-BB4C-BDBE-7183D1358208}" dt="2021-02-01T14:18:15.207" v="230" actId="478"/>
            <ac:spMkLst>
              <pc:docMk/>
              <pc:sldMasterMk cId="2010401343" sldId="2147483648"/>
              <pc:sldLayoutMk cId="2967530489" sldId="2147483677"/>
              <ac:spMk id="8" creationId="{4A27E048-E396-754C-AAD2-992AEB6260DC}"/>
            </ac:spMkLst>
          </pc:spChg>
          <pc:spChg chg="add mod">
            <ac:chgData name="Krasauskaitė Ugnė" userId="dbe9a6d3-80d0-4cdc-b180-3639bbb88ba5" providerId="ADAL" clId="{07B18557-A708-BB4C-BDBE-7183D1358208}" dt="2021-02-02T07:47:10.188" v="1348"/>
            <ac:spMkLst>
              <pc:docMk/>
              <pc:sldMasterMk cId="2010401343" sldId="2147483648"/>
              <pc:sldLayoutMk cId="2967530489" sldId="2147483677"/>
              <ac:spMk id="8" creationId="{A2479587-0613-014A-907C-7A6BD40A26A3}"/>
            </ac:spMkLst>
          </pc:spChg>
          <pc:spChg chg="add mod">
            <ac:chgData name="Krasauskaitė Ugnė" userId="dbe9a6d3-80d0-4cdc-b180-3639bbb88ba5" providerId="ADAL" clId="{07B18557-A708-BB4C-BDBE-7183D1358208}" dt="2021-02-02T07:47:10.188" v="1348"/>
            <ac:spMkLst>
              <pc:docMk/>
              <pc:sldMasterMk cId="2010401343" sldId="2147483648"/>
              <pc:sldLayoutMk cId="2967530489" sldId="2147483677"/>
              <ac:spMk id="9" creationId="{0FAD5EC6-4199-5C46-B4E6-5A8F47734253}"/>
            </ac:spMkLst>
          </pc:spChg>
          <pc:spChg chg="add mod">
            <ac:chgData name="Krasauskaitė Ugnė" userId="dbe9a6d3-80d0-4cdc-b180-3639bbb88ba5" providerId="ADAL" clId="{07B18557-A708-BB4C-BDBE-7183D1358208}" dt="2021-02-02T07:47:10.188" v="1348"/>
            <ac:spMkLst>
              <pc:docMk/>
              <pc:sldMasterMk cId="2010401343" sldId="2147483648"/>
              <pc:sldLayoutMk cId="2967530489" sldId="2147483677"/>
              <ac:spMk id="10" creationId="{63654EC9-44A8-5048-83C2-2359A000B865}"/>
            </ac:spMkLst>
          </pc:spChg>
          <pc:spChg chg="add mod">
            <ac:chgData name="Krasauskaitė Ugnė" userId="dbe9a6d3-80d0-4cdc-b180-3639bbb88ba5" providerId="ADAL" clId="{07B18557-A708-BB4C-BDBE-7183D1358208}" dt="2021-02-02T07:47:10.188" v="1348"/>
            <ac:spMkLst>
              <pc:docMk/>
              <pc:sldMasterMk cId="2010401343" sldId="2147483648"/>
              <pc:sldLayoutMk cId="2967530489" sldId="2147483677"/>
              <ac:spMk id="11" creationId="{87ED44B0-B49B-2E43-9448-B9CA2D9A13BF}"/>
            </ac:spMkLst>
          </pc:spChg>
          <pc:spChg chg="del">
            <ac:chgData name="Krasauskaitė Ugnė" userId="dbe9a6d3-80d0-4cdc-b180-3639bbb88ba5" providerId="ADAL" clId="{07B18557-A708-BB4C-BDBE-7183D1358208}" dt="2021-02-01T14:18:15.207" v="230" actId="478"/>
            <ac:spMkLst>
              <pc:docMk/>
              <pc:sldMasterMk cId="2010401343" sldId="2147483648"/>
              <pc:sldLayoutMk cId="2967530489" sldId="2147483677"/>
              <ac:spMk id="17" creationId="{5E51ADEB-AB9C-7147-97D5-3EFD5682B60A}"/>
            </ac:spMkLst>
          </pc:spChg>
          <pc:picChg chg="add del mod">
            <ac:chgData name="Krasauskaitė Ugnė" userId="dbe9a6d3-80d0-4cdc-b180-3639bbb88ba5" providerId="ADAL" clId="{07B18557-A708-BB4C-BDBE-7183D1358208}" dt="2021-02-02T07:47:05.224" v="1347" actId="478"/>
            <ac:picMkLst>
              <pc:docMk/>
              <pc:sldMasterMk cId="2010401343" sldId="2147483648"/>
              <pc:sldLayoutMk cId="2967530489" sldId="2147483677"/>
              <ac:picMk id="3" creationId="{CC747910-06FD-4846-B37B-91A91EE5B3C8}"/>
            </ac:picMkLst>
          </pc:picChg>
          <pc:picChg chg="del">
            <ac:chgData name="Krasauskaitė Ugnė" userId="dbe9a6d3-80d0-4cdc-b180-3639bbb88ba5" providerId="ADAL" clId="{07B18557-A708-BB4C-BDBE-7183D1358208}" dt="2021-02-01T14:18:15.207" v="230" actId="478"/>
            <ac:picMkLst>
              <pc:docMk/>
              <pc:sldMasterMk cId="2010401343" sldId="2147483648"/>
              <pc:sldLayoutMk cId="2967530489" sldId="2147483677"/>
              <ac:picMk id="7" creationId="{A9B57BF6-41CC-AC49-B766-51BB7260D531}"/>
            </ac:picMkLst>
          </pc:picChg>
          <pc:picChg chg="add mod">
            <ac:chgData name="Krasauskaitė Ugnė" userId="dbe9a6d3-80d0-4cdc-b180-3639bbb88ba5" providerId="ADAL" clId="{07B18557-A708-BB4C-BDBE-7183D1358208}" dt="2021-02-02T07:47:10.188" v="1348"/>
            <ac:picMkLst>
              <pc:docMk/>
              <pc:sldMasterMk cId="2010401343" sldId="2147483648"/>
              <pc:sldLayoutMk cId="2967530489" sldId="2147483677"/>
              <ac:picMk id="12" creationId="{ECE84176-04FD-7E44-80FE-534E00AD682F}"/>
            </ac:picMkLst>
          </pc:picChg>
          <pc:picChg chg="del">
            <ac:chgData name="Krasauskaitė Ugnė" userId="dbe9a6d3-80d0-4cdc-b180-3639bbb88ba5" providerId="ADAL" clId="{07B18557-A708-BB4C-BDBE-7183D1358208}" dt="2021-02-01T14:18:15.207" v="230" actId="478"/>
            <ac:picMkLst>
              <pc:docMk/>
              <pc:sldMasterMk cId="2010401343" sldId="2147483648"/>
              <pc:sldLayoutMk cId="2967530489" sldId="2147483677"/>
              <ac:picMk id="15" creationId="{30B5905A-0D4F-B24E-BFB8-23157800CDF4}"/>
            </ac:picMkLst>
          </pc:picChg>
        </pc:sldLayoutChg>
        <pc:sldLayoutChg chg="del">
          <pc:chgData name="Krasauskaitė Ugnė" userId="dbe9a6d3-80d0-4cdc-b180-3639bbb88ba5" providerId="ADAL" clId="{07B18557-A708-BB4C-BDBE-7183D1358208}" dt="2021-02-02T07:18:20.914" v="1081" actId="2696"/>
          <pc:sldLayoutMkLst>
            <pc:docMk/>
            <pc:sldMasterMk cId="2010401343" sldId="2147483648"/>
            <pc:sldLayoutMk cId="815865086" sldId="2147483678"/>
          </pc:sldLayoutMkLst>
        </pc:sldLayoutChg>
        <pc:sldLayoutChg chg="del">
          <pc:chgData name="Krasauskaitė Ugnė" userId="dbe9a6d3-80d0-4cdc-b180-3639bbb88ba5" providerId="ADAL" clId="{07B18557-A708-BB4C-BDBE-7183D1358208}" dt="2021-02-02T07:19:21.109" v="1095" actId="2696"/>
          <pc:sldLayoutMkLst>
            <pc:docMk/>
            <pc:sldMasterMk cId="2010401343" sldId="2147483648"/>
            <pc:sldLayoutMk cId="425589755" sldId="2147483679"/>
          </pc:sldLayoutMkLst>
        </pc:sldLayoutChg>
        <pc:sldLayoutChg chg="del">
          <pc:chgData name="Krasauskaitė Ugnė" userId="dbe9a6d3-80d0-4cdc-b180-3639bbb88ba5" providerId="ADAL" clId="{07B18557-A708-BB4C-BDBE-7183D1358208}" dt="2021-02-02T07:25:49.774" v="1162" actId="2696"/>
          <pc:sldLayoutMkLst>
            <pc:docMk/>
            <pc:sldMasterMk cId="2010401343" sldId="2147483648"/>
            <pc:sldLayoutMk cId="2066422094" sldId="2147483681"/>
          </pc:sldLayoutMkLst>
        </pc:sldLayoutChg>
        <pc:sldLayoutChg chg="del">
          <pc:chgData name="Krasauskaitė Ugnė" userId="dbe9a6d3-80d0-4cdc-b180-3639bbb88ba5" providerId="ADAL" clId="{07B18557-A708-BB4C-BDBE-7183D1358208}" dt="2021-02-02T07:27:21.610" v="1185" actId="2696"/>
          <pc:sldLayoutMkLst>
            <pc:docMk/>
            <pc:sldMasterMk cId="2010401343" sldId="2147483648"/>
            <pc:sldLayoutMk cId="3988898937" sldId="2147483682"/>
          </pc:sldLayoutMkLst>
        </pc:sldLayoutChg>
        <pc:sldLayoutChg chg="del">
          <pc:chgData name="Krasauskaitė Ugnė" userId="dbe9a6d3-80d0-4cdc-b180-3639bbb88ba5" providerId="ADAL" clId="{07B18557-A708-BB4C-BDBE-7183D1358208}" dt="2021-02-02T07:27:25.090" v="1187" actId="2696"/>
          <pc:sldLayoutMkLst>
            <pc:docMk/>
            <pc:sldMasterMk cId="2010401343" sldId="2147483648"/>
            <pc:sldLayoutMk cId="3006641919" sldId="2147483683"/>
          </pc:sldLayoutMkLst>
        </pc:sldLayoutChg>
        <pc:sldLayoutChg chg="del">
          <pc:chgData name="Krasauskaitė Ugnė" userId="dbe9a6d3-80d0-4cdc-b180-3639bbb88ba5" providerId="ADAL" clId="{07B18557-A708-BB4C-BDBE-7183D1358208}" dt="2021-02-02T07:28:35.846" v="1197" actId="2696"/>
          <pc:sldLayoutMkLst>
            <pc:docMk/>
            <pc:sldMasterMk cId="2010401343" sldId="2147483648"/>
            <pc:sldLayoutMk cId="3201418156" sldId="2147483684"/>
          </pc:sldLayoutMkLst>
        </pc:sldLayoutChg>
        <pc:sldLayoutChg chg="del">
          <pc:chgData name="Krasauskaitė Ugnė" userId="dbe9a6d3-80d0-4cdc-b180-3639bbb88ba5" providerId="ADAL" clId="{07B18557-A708-BB4C-BDBE-7183D1358208}" dt="2021-02-02T07:28:35.863" v="1200" actId="2696"/>
          <pc:sldLayoutMkLst>
            <pc:docMk/>
            <pc:sldMasterMk cId="2010401343" sldId="2147483648"/>
            <pc:sldLayoutMk cId="2923352928" sldId="2147483685"/>
          </pc:sldLayoutMkLst>
        </pc:sldLayoutChg>
        <pc:sldLayoutChg chg="add del">
          <pc:chgData name="Krasauskaitė Ugnė" userId="dbe9a6d3-80d0-4cdc-b180-3639bbb88ba5" providerId="ADAL" clId="{07B18557-A708-BB4C-BDBE-7183D1358208}" dt="2021-02-02T07:12:58.491" v="1033" actId="2696"/>
          <pc:sldLayoutMkLst>
            <pc:docMk/>
            <pc:sldMasterMk cId="2010401343" sldId="2147483648"/>
            <pc:sldLayoutMk cId="1366491997" sldId="2147483688"/>
          </pc:sldLayoutMkLst>
        </pc:sldLayoutChg>
        <pc:sldLayoutChg chg="add del ord">
          <pc:chgData name="Krasauskaitė Ugnė" userId="dbe9a6d3-80d0-4cdc-b180-3639bbb88ba5" providerId="ADAL" clId="{07B18557-A708-BB4C-BDBE-7183D1358208}" dt="2021-02-02T07:12:58.502" v="1034" actId="2696"/>
          <pc:sldLayoutMkLst>
            <pc:docMk/>
            <pc:sldMasterMk cId="2010401343" sldId="2147483648"/>
            <pc:sldLayoutMk cId="2151464961" sldId="2147483689"/>
          </pc:sldLayoutMkLst>
        </pc:sldLayoutChg>
        <pc:sldLayoutChg chg="addSp delSp modSp del mod">
          <pc:chgData name="Krasauskaitė Ugnė" userId="dbe9a6d3-80d0-4cdc-b180-3639bbb88ba5" providerId="ADAL" clId="{07B18557-A708-BB4C-BDBE-7183D1358208}" dt="2021-02-01T14:39:25.708" v="473" actId="2696"/>
          <pc:sldLayoutMkLst>
            <pc:docMk/>
            <pc:sldMasterMk cId="2010401343" sldId="2147483648"/>
            <pc:sldLayoutMk cId="1697958409" sldId="2147483691"/>
          </pc:sldLayoutMkLst>
          <pc:picChg chg="add del">
            <ac:chgData name="Krasauskaitė Ugnė" userId="dbe9a6d3-80d0-4cdc-b180-3639bbb88ba5" providerId="ADAL" clId="{07B18557-A708-BB4C-BDBE-7183D1358208}" dt="2021-02-01T14:33:03.981" v="380"/>
            <ac:picMkLst>
              <pc:docMk/>
              <pc:sldMasterMk cId="2010401343" sldId="2147483648"/>
              <pc:sldLayoutMk cId="1697958409" sldId="2147483691"/>
              <ac:picMk id="5" creationId="{ABE47B30-2EAA-A54A-BD67-AB2A98C373D4}"/>
            </ac:picMkLst>
          </pc:picChg>
          <pc:picChg chg="mod">
            <ac:chgData name="Krasauskaitė Ugnė" userId="dbe9a6d3-80d0-4cdc-b180-3639bbb88ba5" providerId="ADAL" clId="{07B18557-A708-BB4C-BDBE-7183D1358208}" dt="2021-02-01T14:30:45.544" v="356" actId="1076"/>
            <ac:picMkLst>
              <pc:docMk/>
              <pc:sldMasterMk cId="2010401343" sldId="2147483648"/>
              <pc:sldLayoutMk cId="1697958409" sldId="2147483691"/>
              <ac:picMk id="23" creationId="{297865B9-C5D3-D342-B246-1A016408E4AC}"/>
            </ac:picMkLst>
          </pc:picChg>
        </pc:sldLayoutChg>
        <pc:sldLayoutChg chg="del">
          <pc:chgData name="Krasauskaitė Ugnė" userId="dbe9a6d3-80d0-4cdc-b180-3639bbb88ba5" providerId="ADAL" clId="{07B18557-A708-BB4C-BDBE-7183D1358208}" dt="2021-02-02T07:19:47.606" v="1099" actId="2696"/>
          <pc:sldLayoutMkLst>
            <pc:docMk/>
            <pc:sldMasterMk cId="2010401343" sldId="2147483648"/>
            <pc:sldLayoutMk cId="1154547856" sldId="2147483692"/>
          </pc:sldLayoutMkLst>
        </pc:sldLayoutChg>
        <pc:sldLayoutChg chg="del">
          <pc:chgData name="Krasauskaitė Ugnė" userId="dbe9a6d3-80d0-4cdc-b180-3639bbb88ba5" providerId="ADAL" clId="{07B18557-A708-BB4C-BDBE-7183D1358208}" dt="2021-02-02T07:25:49.781" v="1163" actId="2696"/>
          <pc:sldLayoutMkLst>
            <pc:docMk/>
            <pc:sldMasterMk cId="2010401343" sldId="2147483648"/>
            <pc:sldLayoutMk cId="3994402795" sldId="2147483693"/>
          </pc:sldLayoutMkLst>
        </pc:sldLayoutChg>
        <pc:sldLayoutChg chg="del">
          <pc:chgData name="Krasauskaitė Ugnė" userId="dbe9a6d3-80d0-4cdc-b180-3639bbb88ba5" providerId="ADAL" clId="{07B18557-A708-BB4C-BDBE-7183D1358208}" dt="2021-02-02T07:27:21.616" v="1186" actId="2696"/>
          <pc:sldLayoutMkLst>
            <pc:docMk/>
            <pc:sldMasterMk cId="2010401343" sldId="2147483648"/>
            <pc:sldLayoutMk cId="1438085111" sldId="2147483694"/>
          </pc:sldLayoutMkLst>
        </pc:sldLayoutChg>
        <pc:sldLayoutChg chg="del">
          <pc:chgData name="Krasauskaitė Ugnė" userId="dbe9a6d3-80d0-4cdc-b180-3639bbb88ba5" providerId="ADAL" clId="{07B18557-A708-BB4C-BDBE-7183D1358208}" dt="2021-02-02T07:27:25.098" v="1188" actId="2696"/>
          <pc:sldLayoutMkLst>
            <pc:docMk/>
            <pc:sldMasterMk cId="2010401343" sldId="2147483648"/>
            <pc:sldLayoutMk cId="183334236" sldId="2147483695"/>
          </pc:sldLayoutMkLst>
        </pc:sldLayoutChg>
        <pc:sldLayoutChg chg="del">
          <pc:chgData name="Krasauskaitė Ugnė" userId="dbe9a6d3-80d0-4cdc-b180-3639bbb88ba5" providerId="ADAL" clId="{07B18557-A708-BB4C-BDBE-7183D1358208}" dt="2021-02-02T07:28:35.855" v="1198" actId="2696"/>
          <pc:sldLayoutMkLst>
            <pc:docMk/>
            <pc:sldMasterMk cId="2010401343" sldId="2147483648"/>
            <pc:sldLayoutMk cId="798589636" sldId="2147483696"/>
          </pc:sldLayoutMkLst>
        </pc:sldLayoutChg>
        <pc:sldLayoutChg chg="del">
          <pc:chgData name="Krasauskaitė Ugnė" userId="dbe9a6d3-80d0-4cdc-b180-3639bbb88ba5" providerId="ADAL" clId="{07B18557-A708-BB4C-BDBE-7183D1358208}" dt="2021-02-02T07:28:35.856" v="1199" actId="2696"/>
          <pc:sldLayoutMkLst>
            <pc:docMk/>
            <pc:sldMasterMk cId="2010401343" sldId="2147483648"/>
            <pc:sldLayoutMk cId="3323418954" sldId="2147483697"/>
          </pc:sldLayoutMkLst>
        </pc:sldLayoutChg>
        <pc:sldLayoutChg chg="delSp modSp del mod">
          <pc:chgData name="Krasauskaitė Ugnė" userId="dbe9a6d3-80d0-4cdc-b180-3639bbb88ba5" providerId="ADAL" clId="{07B18557-A708-BB4C-BDBE-7183D1358208}" dt="2021-02-01T13:53:00.607" v="107" actId="2696"/>
          <pc:sldLayoutMkLst>
            <pc:docMk/>
            <pc:sldMasterMk cId="2010401343" sldId="2147483648"/>
            <pc:sldLayoutMk cId="3408458109" sldId="2147483698"/>
          </pc:sldLayoutMkLst>
          <pc:spChg chg="del">
            <ac:chgData name="Krasauskaitė Ugnė" userId="dbe9a6d3-80d0-4cdc-b180-3639bbb88ba5" providerId="ADAL" clId="{07B18557-A708-BB4C-BDBE-7183D1358208}" dt="2021-02-01T13:45:49.777" v="18" actId="478"/>
            <ac:spMkLst>
              <pc:docMk/>
              <pc:sldMasterMk cId="2010401343" sldId="2147483648"/>
              <pc:sldLayoutMk cId="3408458109" sldId="2147483698"/>
              <ac:spMk id="7" creationId="{84763AF1-5846-F44B-8A38-709821216169}"/>
            </ac:spMkLst>
          </pc:spChg>
          <pc:graphicFrameChg chg="mod">
            <ac:chgData name="Krasauskaitė Ugnė" userId="dbe9a6d3-80d0-4cdc-b180-3639bbb88ba5" providerId="ADAL" clId="{07B18557-A708-BB4C-BDBE-7183D1358208}" dt="2021-02-01T13:51:53.147" v="83" actId="692"/>
            <ac:graphicFrameMkLst>
              <pc:docMk/>
              <pc:sldMasterMk cId="2010401343" sldId="2147483648"/>
              <pc:sldLayoutMk cId="3408458109" sldId="2147483698"/>
              <ac:graphicFrameMk id="4" creationId="{1714A482-3C58-49D0-8B5F-EF0503142107}"/>
            </ac:graphicFrameMkLst>
          </pc:graphicFrameChg>
        </pc:sldLayoutChg>
        <pc:sldLayoutChg chg="del">
          <pc:chgData name="Krasauskaitė Ugnė" userId="dbe9a6d3-80d0-4cdc-b180-3639bbb88ba5" providerId="ADAL" clId="{07B18557-A708-BB4C-BDBE-7183D1358208}" dt="2021-02-01T14:03:09.103" v="197" actId="2696"/>
          <pc:sldLayoutMkLst>
            <pc:docMk/>
            <pc:sldMasterMk cId="2010401343" sldId="2147483648"/>
            <pc:sldLayoutMk cId="3905124767" sldId="2147483699"/>
          </pc:sldLayoutMkLst>
        </pc:sldLayoutChg>
        <pc:sldLayoutChg chg="del">
          <pc:chgData name="Krasauskaitė Ugnė" userId="dbe9a6d3-80d0-4cdc-b180-3639bbb88ba5" providerId="ADAL" clId="{07B18557-A708-BB4C-BDBE-7183D1358208}" dt="2021-02-01T14:03:09.077" v="196" actId="2696"/>
          <pc:sldLayoutMkLst>
            <pc:docMk/>
            <pc:sldMasterMk cId="2010401343" sldId="2147483648"/>
            <pc:sldLayoutMk cId="2509099048" sldId="2147483700"/>
          </pc:sldLayoutMkLst>
        </pc:sldLayoutChg>
        <pc:sldLayoutChg chg="del">
          <pc:chgData name="Krasauskaitė Ugnė" userId="dbe9a6d3-80d0-4cdc-b180-3639bbb88ba5" providerId="ADAL" clId="{07B18557-A708-BB4C-BDBE-7183D1358208}" dt="2021-02-01T14:45:17.165" v="545" actId="2696"/>
          <pc:sldLayoutMkLst>
            <pc:docMk/>
            <pc:sldMasterMk cId="2010401343" sldId="2147483648"/>
            <pc:sldLayoutMk cId="3127787709" sldId="2147483701"/>
          </pc:sldLayoutMkLst>
        </pc:sldLayoutChg>
        <pc:sldLayoutChg chg="addSp delSp modSp del mod ord">
          <pc:chgData name="Krasauskaitė Ugnė" userId="dbe9a6d3-80d0-4cdc-b180-3639bbb88ba5" providerId="ADAL" clId="{07B18557-A708-BB4C-BDBE-7183D1358208}" dt="2021-02-02T06:54:13.613" v="851" actId="2696"/>
          <pc:sldLayoutMkLst>
            <pc:docMk/>
            <pc:sldMasterMk cId="2010401343" sldId="2147483648"/>
            <pc:sldLayoutMk cId="2382777698" sldId="2147483702"/>
          </pc:sldLayoutMkLst>
          <pc:spChg chg="add mod">
            <ac:chgData name="Krasauskaitė Ugnė" userId="dbe9a6d3-80d0-4cdc-b180-3639bbb88ba5" providerId="ADAL" clId="{07B18557-A708-BB4C-BDBE-7183D1358208}" dt="2021-02-02T06:35:32.674" v="616" actId="1076"/>
            <ac:spMkLst>
              <pc:docMk/>
              <pc:sldMasterMk cId="2010401343" sldId="2147483648"/>
              <pc:sldLayoutMk cId="2382777698" sldId="2147483702"/>
              <ac:spMk id="8" creationId="{29B4636E-A1EA-3C4C-AD53-10A281A90873}"/>
            </ac:spMkLst>
          </pc:spChg>
          <pc:spChg chg="mod">
            <ac:chgData name="Krasauskaitė Ugnė" userId="dbe9a6d3-80d0-4cdc-b180-3639bbb88ba5" providerId="ADAL" clId="{07B18557-A708-BB4C-BDBE-7183D1358208}" dt="2021-02-02T06:49:16.422" v="749" actId="1076"/>
            <ac:spMkLst>
              <pc:docMk/>
              <pc:sldMasterMk cId="2010401343" sldId="2147483648"/>
              <pc:sldLayoutMk cId="2382777698" sldId="2147483702"/>
              <ac:spMk id="9" creationId="{7E4171A7-59D8-FC4F-BCAF-7F562699305B}"/>
            </ac:spMkLst>
          </pc:spChg>
          <pc:spChg chg="del">
            <ac:chgData name="Krasauskaitė Ugnė" userId="dbe9a6d3-80d0-4cdc-b180-3639bbb88ba5" providerId="ADAL" clId="{07B18557-A708-BB4C-BDBE-7183D1358208}" dt="2021-02-02T06:35:28.857" v="614" actId="478"/>
            <ac:spMkLst>
              <pc:docMk/>
              <pc:sldMasterMk cId="2010401343" sldId="2147483648"/>
              <pc:sldLayoutMk cId="2382777698" sldId="2147483702"/>
              <ac:spMk id="10" creationId="{7CDBF79C-B70C-A543-AE87-886AFE87B449}"/>
            </ac:spMkLst>
          </pc:spChg>
        </pc:sldLayoutChg>
        <pc:sldLayoutChg chg="del">
          <pc:chgData name="Krasauskaitė Ugnė" userId="dbe9a6d3-80d0-4cdc-b180-3639bbb88ba5" providerId="ADAL" clId="{07B18557-A708-BB4C-BDBE-7183D1358208}" dt="2021-02-01T13:57:58.783" v="150" actId="2696"/>
          <pc:sldLayoutMkLst>
            <pc:docMk/>
            <pc:sldMasterMk cId="2010401343" sldId="2147483648"/>
            <pc:sldLayoutMk cId="17882774" sldId="2147483704"/>
          </pc:sldLayoutMkLst>
        </pc:sldLayoutChg>
        <pc:sldLayoutChg chg="del">
          <pc:chgData name="Krasauskaitė Ugnė" userId="dbe9a6d3-80d0-4cdc-b180-3639bbb88ba5" providerId="ADAL" clId="{07B18557-A708-BB4C-BDBE-7183D1358208}" dt="2021-02-01T13:55:26.166" v="128" actId="2696"/>
          <pc:sldLayoutMkLst>
            <pc:docMk/>
            <pc:sldMasterMk cId="2010401343" sldId="2147483648"/>
            <pc:sldLayoutMk cId="2490370853" sldId="2147483705"/>
          </pc:sldLayoutMkLst>
        </pc:sldLayoutChg>
        <pc:sldLayoutChg chg="del">
          <pc:chgData name="Krasauskaitė Ugnė" userId="dbe9a6d3-80d0-4cdc-b180-3639bbb88ba5" providerId="ADAL" clId="{07B18557-A708-BB4C-BDBE-7183D1358208}" dt="2021-02-02T06:59:38.876" v="897" actId="2696"/>
          <pc:sldLayoutMkLst>
            <pc:docMk/>
            <pc:sldMasterMk cId="2010401343" sldId="2147483648"/>
            <pc:sldLayoutMk cId="2664616155" sldId="2147483706"/>
          </pc:sldLayoutMkLst>
        </pc:sldLayoutChg>
        <pc:sldLayoutChg chg="addSp delSp modSp add mod replId modTransition setBg">
          <pc:chgData name="Krasauskaitė Ugnė" userId="dbe9a6d3-80d0-4cdc-b180-3639bbb88ba5" providerId="ADAL" clId="{07B18557-A708-BB4C-BDBE-7183D1358208}" dt="2021-02-02T07:56:08.243" v="1385" actId="11"/>
          <pc:sldLayoutMkLst>
            <pc:docMk/>
            <pc:sldMasterMk cId="2010401343" sldId="2147483648"/>
            <pc:sldLayoutMk cId="3154229607" sldId="2147483712"/>
          </pc:sldLayoutMkLst>
          <pc:spChg chg="del">
            <ac:chgData name="Krasauskaitė Ugnė" userId="dbe9a6d3-80d0-4cdc-b180-3639bbb88ba5" providerId="ADAL" clId="{07B18557-A708-BB4C-BDBE-7183D1358208}" dt="2021-02-01T14:10:46.389" v="199" actId="478"/>
            <ac:spMkLst>
              <pc:docMk/>
              <pc:sldMasterMk cId="2010401343" sldId="2147483648"/>
              <pc:sldLayoutMk cId="3154229607" sldId="2147483712"/>
              <ac:spMk id="6" creationId="{B6A8EFE6-37B1-3E4C-9A34-CDD50F31F91E}"/>
            </ac:spMkLst>
          </pc:spChg>
          <pc:spChg chg="del">
            <ac:chgData name="Krasauskaitė Ugnė" userId="dbe9a6d3-80d0-4cdc-b180-3639bbb88ba5" providerId="ADAL" clId="{07B18557-A708-BB4C-BDBE-7183D1358208}" dt="2021-02-01T14:10:46.389" v="199" actId="478"/>
            <ac:spMkLst>
              <pc:docMk/>
              <pc:sldMasterMk cId="2010401343" sldId="2147483648"/>
              <pc:sldLayoutMk cId="3154229607" sldId="2147483712"/>
              <ac:spMk id="7" creationId="{7E958724-10E7-BC45-A1FD-C204272E4DEB}"/>
            </ac:spMkLst>
          </pc:spChg>
          <pc:spChg chg="add mod">
            <ac:chgData name="Krasauskaitė Ugnė" userId="dbe9a6d3-80d0-4cdc-b180-3639bbb88ba5" providerId="ADAL" clId="{07B18557-A708-BB4C-BDBE-7183D1358208}" dt="2021-02-02T06:53:55.989" v="849" actId="948"/>
            <ac:spMkLst>
              <pc:docMk/>
              <pc:sldMasterMk cId="2010401343" sldId="2147483648"/>
              <pc:sldLayoutMk cId="3154229607" sldId="2147483712"/>
              <ac:spMk id="8" creationId="{BD862C0A-2BED-074B-8AF0-3A7D2789C05D}"/>
            </ac:spMkLst>
          </pc:spChg>
          <pc:spChg chg="del">
            <ac:chgData name="Krasauskaitė Ugnė" userId="dbe9a6d3-80d0-4cdc-b180-3639bbb88ba5" providerId="ADAL" clId="{07B18557-A708-BB4C-BDBE-7183D1358208}" dt="2021-02-01T14:10:46.389" v="199" actId="478"/>
            <ac:spMkLst>
              <pc:docMk/>
              <pc:sldMasterMk cId="2010401343" sldId="2147483648"/>
              <pc:sldLayoutMk cId="3154229607" sldId="2147483712"/>
              <ac:spMk id="8" creationId="{F417AFA0-DF0B-8344-B65B-4DB8FEA1AEF6}"/>
            </ac:spMkLst>
          </pc:spChg>
          <pc:spChg chg="add mod">
            <ac:chgData name="Krasauskaitė Ugnė" userId="dbe9a6d3-80d0-4cdc-b180-3639bbb88ba5" providerId="ADAL" clId="{07B18557-A708-BB4C-BDBE-7183D1358208}" dt="2021-02-02T07:23:12.379" v="1136"/>
            <ac:spMkLst>
              <pc:docMk/>
              <pc:sldMasterMk cId="2010401343" sldId="2147483648"/>
              <pc:sldLayoutMk cId="3154229607" sldId="2147483712"/>
              <ac:spMk id="9" creationId="{7AF8862B-96D5-3A40-B92F-BAC6CDE874C0}"/>
            </ac:spMkLst>
          </pc:spChg>
          <pc:spChg chg="del">
            <ac:chgData name="Krasauskaitė Ugnė" userId="dbe9a6d3-80d0-4cdc-b180-3639bbb88ba5" providerId="ADAL" clId="{07B18557-A708-BB4C-BDBE-7183D1358208}" dt="2021-02-01T14:10:46.389" v="199" actId="478"/>
            <ac:spMkLst>
              <pc:docMk/>
              <pc:sldMasterMk cId="2010401343" sldId="2147483648"/>
              <pc:sldLayoutMk cId="3154229607" sldId="2147483712"/>
              <ac:spMk id="12" creationId="{EA7A9938-897D-F44A-9242-C14870F2052D}"/>
            </ac:spMkLst>
          </pc:spChg>
          <pc:spChg chg="add del mod">
            <ac:chgData name="Krasauskaitė Ugnė" userId="dbe9a6d3-80d0-4cdc-b180-3639bbb88ba5" providerId="ADAL" clId="{07B18557-A708-BB4C-BDBE-7183D1358208}" dt="2021-02-01T14:23:45.465" v="279" actId="478"/>
            <ac:spMkLst>
              <pc:docMk/>
              <pc:sldMasterMk cId="2010401343" sldId="2147483648"/>
              <pc:sldLayoutMk cId="3154229607" sldId="2147483712"/>
              <ac:spMk id="14" creationId="{462B305F-E454-6A49-BE5A-20AC4E248E21}"/>
            </ac:spMkLst>
          </pc:spChg>
          <pc:spChg chg="add del mod">
            <ac:chgData name="Krasauskaitė Ugnė" userId="dbe9a6d3-80d0-4cdc-b180-3639bbb88ba5" providerId="ADAL" clId="{07B18557-A708-BB4C-BDBE-7183D1358208}" dt="2021-02-01T14:23:45.465" v="279" actId="478"/>
            <ac:spMkLst>
              <pc:docMk/>
              <pc:sldMasterMk cId="2010401343" sldId="2147483648"/>
              <pc:sldLayoutMk cId="3154229607" sldId="2147483712"/>
              <ac:spMk id="15" creationId="{AD15DE3A-FC37-F54E-907A-A159B33E946B}"/>
            </ac:spMkLst>
          </pc:spChg>
          <pc:spChg chg="add del mod">
            <ac:chgData name="Krasauskaitė Ugnė" userId="dbe9a6d3-80d0-4cdc-b180-3639bbb88ba5" providerId="ADAL" clId="{07B18557-A708-BB4C-BDBE-7183D1358208}" dt="2021-02-02T06:32:33.221" v="602" actId="478"/>
            <ac:spMkLst>
              <pc:docMk/>
              <pc:sldMasterMk cId="2010401343" sldId="2147483648"/>
              <pc:sldLayoutMk cId="3154229607" sldId="2147483712"/>
              <ac:spMk id="16" creationId="{2C9E9A14-EC98-B045-9BAB-C876E9A81973}"/>
            </ac:spMkLst>
          </pc:spChg>
          <pc:spChg chg="add mod">
            <ac:chgData name="Krasauskaitė Ugnė" userId="dbe9a6d3-80d0-4cdc-b180-3639bbb88ba5" providerId="ADAL" clId="{07B18557-A708-BB4C-BDBE-7183D1358208}" dt="2021-02-02T07:56:08.243" v="1385" actId="11"/>
            <ac:spMkLst>
              <pc:docMk/>
              <pc:sldMasterMk cId="2010401343" sldId="2147483648"/>
              <pc:sldLayoutMk cId="3154229607" sldId="2147483712"/>
              <ac:spMk id="20" creationId="{46D6B95C-B687-614F-8DA6-5031F96661AD}"/>
            </ac:spMkLst>
          </pc:spChg>
          <pc:spChg chg="add mod">
            <ac:chgData name="Krasauskaitė Ugnė" userId="dbe9a6d3-80d0-4cdc-b180-3639bbb88ba5" providerId="ADAL" clId="{07B18557-A708-BB4C-BDBE-7183D1358208}" dt="2021-02-02T06:36:21.203" v="622" actId="255"/>
            <ac:spMkLst>
              <pc:docMk/>
              <pc:sldMasterMk cId="2010401343" sldId="2147483648"/>
              <pc:sldLayoutMk cId="3154229607" sldId="2147483712"/>
              <ac:spMk id="21" creationId="{25D01418-F6D6-EA49-BF7F-FFFFA2FDDCD4}"/>
            </ac:spMkLst>
          </pc:spChg>
          <pc:spChg chg="add del mod">
            <ac:chgData name="Krasauskaitė Ugnė" userId="dbe9a6d3-80d0-4cdc-b180-3639bbb88ba5" providerId="ADAL" clId="{07B18557-A708-BB4C-BDBE-7183D1358208}" dt="2021-02-02T07:22:51.504" v="1121" actId="478"/>
            <ac:spMkLst>
              <pc:docMk/>
              <pc:sldMasterMk cId="2010401343" sldId="2147483648"/>
              <pc:sldLayoutMk cId="3154229607" sldId="2147483712"/>
              <ac:spMk id="23" creationId="{A43D6689-8E31-5243-8A26-BEF617023FE4}"/>
            </ac:spMkLst>
          </pc:spChg>
          <pc:picChg chg="add del mod">
            <ac:chgData name="Krasauskaitė Ugnė" userId="dbe9a6d3-80d0-4cdc-b180-3639bbb88ba5" providerId="ADAL" clId="{07B18557-A708-BB4C-BDBE-7183D1358208}" dt="2021-02-01T14:16:16.154" v="218" actId="478"/>
            <ac:picMkLst>
              <pc:docMk/>
              <pc:sldMasterMk cId="2010401343" sldId="2147483648"/>
              <pc:sldLayoutMk cId="3154229607" sldId="2147483712"/>
              <ac:picMk id="3" creationId="{501B62D7-6D5D-2943-80A3-FFE9C0AC8CAA}"/>
            </ac:picMkLst>
          </pc:picChg>
          <pc:picChg chg="add del mod">
            <ac:chgData name="Krasauskaitė Ugnė" userId="dbe9a6d3-80d0-4cdc-b180-3639bbb88ba5" providerId="ADAL" clId="{07B18557-A708-BB4C-BDBE-7183D1358208}" dt="2021-02-01T14:17:44.102" v="227" actId="478"/>
            <ac:picMkLst>
              <pc:docMk/>
              <pc:sldMasterMk cId="2010401343" sldId="2147483648"/>
              <pc:sldLayoutMk cId="3154229607" sldId="2147483712"/>
              <ac:picMk id="4" creationId="{3E84BB64-8764-E948-8679-BC624E03BE5E}"/>
            </ac:picMkLst>
          </pc:picChg>
          <pc:picChg chg="add del mod">
            <ac:chgData name="Krasauskaitė Ugnė" userId="dbe9a6d3-80d0-4cdc-b180-3639bbb88ba5" providerId="ADAL" clId="{07B18557-A708-BB4C-BDBE-7183D1358208}" dt="2021-02-01T14:23:16.978" v="273" actId="478"/>
            <ac:picMkLst>
              <pc:docMk/>
              <pc:sldMasterMk cId="2010401343" sldId="2147483648"/>
              <pc:sldLayoutMk cId="3154229607" sldId="2147483712"/>
              <ac:picMk id="5" creationId="{22A059D9-34D4-1440-8E70-0D1A1B2841DF}"/>
            </ac:picMkLst>
          </pc:picChg>
          <pc:picChg chg="del">
            <ac:chgData name="Krasauskaitė Ugnė" userId="dbe9a6d3-80d0-4cdc-b180-3639bbb88ba5" providerId="ADAL" clId="{07B18557-A708-BB4C-BDBE-7183D1358208}" dt="2021-02-01T14:10:46.389" v="199" actId="478"/>
            <ac:picMkLst>
              <pc:docMk/>
              <pc:sldMasterMk cId="2010401343" sldId="2147483648"/>
              <pc:sldLayoutMk cId="3154229607" sldId="2147483712"/>
              <ac:picMk id="9" creationId="{2191A523-0336-2B4A-9874-CC0D2EF42562}"/>
            </ac:picMkLst>
          </pc:picChg>
          <pc:picChg chg="del">
            <ac:chgData name="Krasauskaitė Ugnė" userId="dbe9a6d3-80d0-4cdc-b180-3639bbb88ba5" providerId="ADAL" clId="{07B18557-A708-BB4C-BDBE-7183D1358208}" dt="2021-02-01T14:10:46.389" v="199" actId="478"/>
            <ac:picMkLst>
              <pc:docMk/>
              <pc:sldMasterMk cId="2010401343" sldId="2147483648"/>
              <pc:sldLayoutMk cId="3154229607" sldId="2147483712"/>
              <ac:picMk id="10" creationId="{492B39F7-F20D-0648-B534-74FBEF0B299B}"/>
            </ac:picMkLst>
          </pc:picChg>
          <pc:picChg chg="add mod">
            <ac:chgData name="Krasauskaitė Ugnė" userId="dbe9a6d3-80d0-4cdc-b180-3639bbb88ba5" providerId="ADAL" clId="{07B18557-A708-BB4C-BDBE-7183D1358208}" dt="2021-02-01T14:24:19.032" v="281" actId="1076"/>
            <ac:picMkLst>
              <pc:docMk/>
              <pc:sldMasterMk cId="2010401343" sldId="2147483648"/>
              <pc:sldLayoutMk cId="3154229607" sldId="2147483712"/>
              <ac:picMk id="11" creationId="{A36F833E-D503-7449-87CC-B8E383BC66CA}"/>
            </ac:picMkLst>
          </pc:picChg>
          <pc:picChg chg="add del mod">
            <ac:chgData name="Krasauskaitė Ugnė" userId="dbe9a6d3-80d0-4cdc-b180-3639bbb88ba5" providerId="ADAL" clId="{07B18557-A708-BB4C-BDBE-7183D1358208}" dt="2021-02-01T14:17:14.960" v="224" actId="478"/>
            <ac:picMkLst>
              <pc:docMk/>
              <pc:sldMasterMk cId="2010401343" sldId="2147483648"/>
              <pc:sldLayoutMk cId="3154229607" sldId="2147483712"/>
              <ac:picMk id="13" creationId="{B6D9D783-2657-4745-9138-F51B0591BC40}"/>
            </ac:picMkLst>
          </pc:picChg>
          <pc:picChg chg="add del mod">
            <ac:chgData name="Krasauskaitė Ugnė" userId="dbe9a6d3-80d0-4cdc-b180-3639bbb88ba5" providerId="ADAL" clId="{07B18557-A708-BB4C-BDBE-7183D1358208}" dt="2021-02-01T14:20:45.968" v="252" actId="478"/>
            <ac:picMkLst>
              <pc:docMk/>
              <pc:sldMasterMk cId="2010401343" sldId="2147483648"/>
              <pc:sldLayoutMk cId="3154229607" sldId="2147483712"/>
              <ac:picMk id="17" creationId="{6C6C17EF-4003-574D-9E18-BBADF07AFB50}"/>
            </ac:picMkLst>
          </pc:picChg>
          <pc:picChg chg="add del">
            <ac:chgData name="Krasauskaitė Ugnė" userId="dbe9a6d3-80d0-4cdc-b180-3639bbb88ba5" providerId="ADAL" clId="{07B18557-A708-BB4C-BDBE-7183D1358208}" dt="2021-02-01T14:23:18.908" v="275"/>
            <ac:picMkLst>
              <pc:docMk/>
              <pc:sldMasterMk cId="2010401343" sldId="2147483648"/>
              <pc:sldLayoutMk cId="3154229607" sldId="2147483712"/>
              <ac:picMk id="18" creationId="{C5B90561-C08C-E04A-9D6A-1110324F156C}"/>
            </ac:picMkLst>
          </pc:picChg>
          <pc:picChg chg="add del mod">
            <ac:chgData name="Krasauskaitė Ugnė" userId="dbe9a6d3-80d0-4cdc-b180-3639bbb88ba5" providerId="ADAL" clId="{07B18557-A708-BB4C-BDBE-7183D1358208}" dt="2021-02-01T14:24:34.270" v="283" actId="478"/>
            <ac:picMkLst>
              <pc:docMk/>
              <pc:sldMasterMk cId="2010401343" sldId="2147483648"/>
              <pc:sldLayoutMk cId="3154229607" sldId="2147483712"/>
              <ac:picMk id="19" creationId="{D3D9B3B5-9DAD-3944-8087-1BEA5B28F77F}"/>
            </ac:picMkLst>
          </pc:picChg>
          <pc:picChg chg="add del mod">
            <ac:chgData name="Krasauskaitė Ugnė" userId="dbe9a6d3-80d0-4cdc-b180-3639bbb88ba5" providerId="ADAL" clId="{07B18557-A708-BB4C-BDBE-7183D1358208}" dt="2021-02-01T14:25:59.379" v="290" actId="478"/>
            <ac:picMkLst>
              <pc:docMk/>
              <pc:sldMasterMk cId="2010401343" sldId="2147483648"/>
              <pc:sldLayoutMk cId="3154229607" sldId="2147483712"/>
              <ac:picMk id="22" creationId="{081A2B5D-01FC-8242-9AF9-42F03798CD56}"/>
            </ac:picMkLst>
          </pc:picChg>
          <pc:picChg chg="add mod">
            <ac:chgData name="Krasauskaitė Ugnė" userId="dbe9a6d3-80d0-4cdc-b180-3639bbb88ba5" providerId="ADAL" clId="{07B18557-A708-BB4C-BDBE-7183D1358208}" dt="2021-02-01T14:26:11.379" v="292" actId="1076"/>
            <ac:picMkLst>
              <pc:docMk/>
              <pc:sldMasterMk cId="2010401343" sldId="2147483648"/>
              <pc:sldLayoutMk cId="3154229607" sldId="2147483712"/>
              <ac:picMk id="24" creationId="{A768C0BA-DBA4-9E4F-97DF-579214DE10AF}"/>
            </ac:picMkLst>
          </pc:picChg>
          <pc:picChg chg="add del mod">
            <ac:chgData name="Krasauskaitė Ugnė" userId="dbe9a6d3-80d0-4cdc-b180-3639bbb88ba5" providerId="ADAL" clId="{07B18557-A708-BB4C-BDBE-7183D1358208}" dt="2021-02-01T14:29:23.812" v="341" actId="478"/>
            <ac:picMkLst>
              <pc:docMk/>
              <pc:sldMasterMk cId="2010401343" sldId="2147483648"/>
              <pc:sldLayoutMk cId="3154229607" sldId="2147483712"/>
              <ac:picMk id="25" creationId="{008E6DFA-148C-4942-9BDD-FCE2FF25D80A}"/>
            </ac:picMkLst>
          </pc:picChg>
        </pc:sldLayoutChg>
        <pc:sldLayoutChg chg="addSp delSp modSp add mod ord modTransition">
          <pc:chgData name="Krasauskaitė Ugnė" userId="dbe9a6d3-80d0-4cdc-b180-3639bbb88ba5" providerId="ADAL" clId="{07B18557-A708-BB4C-BDBE-7183D1358208}" dt="2021-02-02T07:55:17.433" v="1380" actId="207"/>
          <pc:sldLayoutMkLst>
            <pc:docMk/>
            <pc:sldMasterMk cId="2010401343" sldId="2147483648"/>
            <pc:sldLayoutMk cId="1966835292" sldId="2147483713"/>
          </pc:sldLayoutMkLst>
          <pc:spChg chg="add del">
            <ac:chgData name="Krasauskaitė Ugnė" userId="dbe9a6d3-80d0-4cdc-b180-3639bbb88ba5" providerId="ADAL" clId="{07B18557-A708-BB4C-BDBE-7183D1358208}" dt="2021-02-02T06:31:03.619" v="580" actId="11529"/>
            <ac:spMkLst>
              <pc:docMk/>
              <pc:sldMasterMk cId="2010401343" sldId="2147483648"/>
              <pc:sldLayoutMk cId="1966835292" sldId="2147483713"/>
              <ac:spMk id="2" creationId="{C4F4DACF-BB61-3747-BF50-802AE06EA179}"/>
            </ac:spMkLst>
          </pc:spChg>
          <pc:spChg chg="add del mod">
            <ac:chgData name="Krasauskaitė Ugnė" userId="dbe9a6d3-80d0-4cdc-b180-3639bbb88ba5" providerId="ADAL" clId="{07B18557-A708-BB4C-BDBE-7183D1358208}" dt="2021-02-02T06:54:07.444" v="850" actId="948"/>
            <ac:spMkLst>
              <pc:docMk/>
              <pc:sldMasterMk cId="2010401343" sldId="2147483648"/>
              <pc:sldLayoutMk cId="1966835292" sldId="2147483713"/>
              <ac:spMk id="3" creationId="{B1C7BC27-E701-EC4E-A29B-BA55A67673FA}"/>
            </ac:spMkLst>
          </pc:spChg>
          <pc:spChg chg="mod">
            <ac:chgData name="Krasauskaitė Ugnė" userId="dbe9a6d3-80d0-4cdc-b180-3639bbb88ba5" providerId="ADAL" clId="{07B18557-A708-BB4C-BDBE-7183D1358208}" dt="2021-02-02T06:27:47.065" v="570" actId="14100"/>
            <ac:spMkLst>
              <pc:docMk/>
              <pc:sldMasterMk cId="2010401343" sldId="2147483648"/>
              <pc:sldLayoutMk cId="1966835292" sldId="2147483713"/>
              <ac:spMk id="14" creationId="{462B305F-E454-6A49-BE5A-20AC4E248E21}"/>
            </ac:spMkLst>
          </pc:spChg>
          <pc:spChg chg="mod">
            <ac:chgData name="Krasauskaitė Ugnė" userId="dbe9a6d3-80d0-4cdc-b180-3639bbb88ba5" providerId="ADAL" clId="{07B18557-A708-BB4C-BDBE-7183D1358208}" dt="2021-02-02T07:55:17.433" v="1380" actId="207"/>
            <ac:spMkLst>
              <pc:docMk/>
              <pc:sldMasterMk cId="2010401343" sldId="2147483648"/>
              <pc:sldLayoutMk cId="1966835292" sldId="2147483713"/>
              <ac:spMk id="15" creationId="{AD15DE3A-FC37-F54E-907A-A159B33E946B}"/>
            </ac:spMkLst>
          </pc:spChg>
          <pc:spChg chg="del mod">
            <ac:chgData name="Krasauskaitė Ugnė" userId="dbe9a6d3-80d0-4cdc-b180-3639bbb88ba5" providerId="ADAL" clId="{07B18557-A708-BB4C-BDBE-7183D1358208}" dt="2021-02-02T06:28:33.325" v="576" actId="478"/>
            <ac:spMkLst>
              <pc:docMk/>
              <pc:sldMasterMk cId="2010401343" sldId="2147483648"/>
              <pc:sldLayoutMk cId="1966835292" sldId="2147483713"/>
              <ac:spMk id="16" creationId="{2C9E9A14-EC98-B045-9BAB-C876E9A81973}"/>
            </ac:spMkLst>
          </pc:spChg>
          <pc:picChg chg="add del mod">
            <ac:chgData name="Krasauskaitė Ugnė" userId="dbe9a6d3-80d0-4cdc-b180-3639bbb88ba5" providerId="ADAL" clId="{07B18557-A708-BB4C-BDBE-7183D1358208}" dt="2021-02-01T14:30:23.593" v="353" actId="478"/>
            <ac:picMkLst>
              <pc:docMk/>
              <pc:sldMasterMk cId="2010401343" sldId="2147483648"/>
              <pc:sldLayoutMk cId="1966835292" sldId="2147483713"/>
              <ac:picMk id="2" creationId="{DA19C28C-07A2-5342-9B85-3C18E9F43A13}"/>
            </ac:picMkLst>
          </pc:picChg>
          <pc:picChg chg="add mod modCrop">
            <ac:chgData name="Krasauskaitė Ugnė" userId="dbe9a6d3-80d0-4cdc-b180-3639bbb88ba5" providerId="ADAL" clId="{07B18557-A708-BB4C-BDBE-7183D1358208}" dt="2021-02-02T07:36:02.988" v="1270" actId="732"/>
            <ac:picMkLst>
              <pc:docMk/>
              <pc:sldMasterMk cId="2010401343" sldId="2147483648"/>
              <pc:sldLayoutMk cId="1966835292" sldId="2147483713"/>
              <ac:picMk id="4" creationId="{5B3236F9-E2AE-0F43-8E57-369CAB5520BE}"/>
            </ac:picMkLst>
          </pc:picChg>
          <pc:picChg chg="add mod">
            <ac:chgData name="Krasauskaitė Ugnė" userId="dbe9a6d3-80d0-4cdc-b180-3639bbb88ba5" providerId="ADAL" clId="{07B18557-A708-BB4C-BDBE-7183D1358208}" dt="2021-02-02T07:36:55.589" v="1281" actId="1076"/>
            <ac:picMkLst>
              <pc:docMk/>
              <pc:sldMasterMk cId="2010401343" sldId="2147483648"/>
              <pc:sldLayoutMk cId="1966835292" sldId="2147483713"/>
              <ac:picMk id="5" creationId="{5280B7D9-02D2-AC4C-8368-6F07A5A2E8F5}"/>
            </ac:picMkLst>
          </pc:picChg>
          <pc:picChg chg="add mod">
            <ac:chgData name="Krasauskaitė Ugnė" userId="dbe9a6d3-80d0-4cdc-b180-3639bbb88ba5" providerId="ADAL" clId="{07B18557-A708-BB4C-BDBE-7183D1358208}" dt="2021-02-01T14:25:42.813" v="289" actId="1076"/>
            <ac:picMkLst>
              <pc:docMk/>
              <pc:sldMasterMk cId="2010401343" sldId="2147483648"/>
              <pc:sldLayoutMk cId="1966835292" sldId="2147483713"/>
              <ac:picMk id="7" creationId="{ED861843-38B4-D148-99E5-9F4C3E2339E0}"/>
            </ac:picMkLst>
          </pc:picChg>
          <pc:picChg chg="del">
            <ac:chgData name="Krasauskaitė Ugnė" userId="dbe9a6d3-80d0-4cdc-b180-3639bbb88ba5" providerId="ADAL" clId="{07B18557-A708-BB4C-BDBE-7183D1358208}" dt="2021-02-01T14:25:29.525" v="287" actId="478"/>
            <ac:picMkLst>
              <pc:docMk/>
              <pc:sldMasterMk cId="2010401343" sldId="2147483648"/>
              <pc:sldLayoutMk cId="1966835292" sldId="2147483713"/>
              <ac:picMk id="19" creationId="{D3D9B3B5-9DAD-3944-8087-1BEA5B28F77F}"/>
            </ac:picMkLst>
          </pc:picChg>
        </pc:sldLayoutChg>
        <pc:sldLayoutChg chg="addSp delSp modSp add del mod ord modTransition">
          <pc:chgData name="Krasauskaitė Ugnė" userId="dbe9a6d3-80d0-4cdc-b180-3639bbb88ba5" providerId="ADAL" clId="{07B18557-A708-BB4C-BDBE-7183D1358208}" dt="2021-02-02T07:55:25.581" v="1381" actId="207"/>
          <pc:sldLayoutMkLst>
            <pc:docMk/>
            <pc:sldMasterMk cId="2010401343" sldId="2147483648"/>
            <pc:sldLayoutMk cId="3364796189" sldId="2147483714"/>
          </pc:sldLayoutMkLst>
          <pc:spChg chg="add mod">
            <ac:chgData name="Krasauskaitė Ugnė" userId="dbe9a6d3-80d0-4cdc-b180-3639bbb88ba5" providerId="ADAL" clId="{07B18557-A708-BB4C-BDBE-7183D1358208}" dt="2021-02-01T14:38:58.138" v="457" actId="14100"/>
            <ac:spMkLst>
              <pc:docMk/>
              <pc:sldMasterMk cId="2010401343" sldId="2147483648"/>
              <pc:sldLayoutMk cId="3364796189" sldId="2147483714"/>
              <ac:spMk id="8" creationId="{296451B7-2052-9240-BFB3-A9AA9A36AD9B}"/>
            </ac:spMkLst>
          </pc:spChg>
          <pc:spChg chg="add del">
            <ac:chgData name="Krasauskaitė Ugnė" userId="dbe9a6d3-80d0-4cdc-b180-3639bbb88ba5" providerId="ADAL" clId="{07B18557-A708-BB4C-BDBE-7183D1358208}" dt="2021-02-01T14:40:50.241" v="492" actId="478"/>
            <ac:spMkLst>
              <pc:docMk/>
              <pc:sldMasterMk cId="2010401343" sldId="2147483648"/>
              <pc:sldLayoutMk cId="3364796189" sldId="2147483714"/>
              <ac:spMk id="10" creationId="{440B5D91-76BE-5B47-A4EC-F4726CDBBBA1}"/>
            </ac:spMkLst>
          </pc:spChg>
          <pc:spChg chg="add del mod">
            <ac:chgData name="Krasauskaitė Ugnė" userId="dbe9a6d3-80d0-4cdc-b180-3639bbb88ba5" providerId="ADAL" clId="{07B18557-A708-BB4C-BDBE-7183D1358208}" dt="2021-02-02T06:53:37.401" v="847" actId="478"/>
            <ac:spMkLst>
              <pc:docMk/>
              <pc:sldMasterMk cId="2010401343" sldId="2147483648"/>
              <pc:sldLayoutMk cId="3364796189" sldId="2147483714"/>
              <ac:spMk id="12" creationId="{6B8CDD0D-6124-2C4A-A92C-2E0AACAD7A81}"/>
            </ac:spMkLst>
          </pc:spChg>
          <pc:spChg chg="add mod">
            <ac:chgData name="Krasauskaitė Ugnė" userId="dbe9a6d3-80d0-4cdc-b180-3639bbb88ba5" providerId="ADAL" clId="{07B18557-A708-BB4C-BDBE-7183D1358208}" dt="2021-02-02T06:53:37.876" v="848"/>
            <ac:spMkLst>
              <pc:docMk/>
              <pc:sldMasterMk cId="2010401343" sldId="2147483648"/>
              <pc:sldLayoutMk cId="3364796189" sldId="2147483714"/>
              <ac:spMk id="13" creationId="{C83BDE46-B3FD-934A-954D-8ED9ABBD069B}"/>
            </ac:spMkLst>
          </pc:spChg>
          <pc:spChg chg="del">
            <ac:chgData name="Krasauskaitė Ugnė" userId="dbe9a6d3-80d0-4cdc-b180-3639bbb88ba5" providerId="ADAL" clId="{07B18557-A708-BB4C-BDBE-7183D1358208}" dt="2021-02-01T14:30:54.213" v="358" actId="478"/>
            <ac:spMkLst>
              <pc:docMk/>
              <pc:sldMasterMk cId="2010401343" sldId="2147483648"/>
              <pc:sldLayoutMk cId="3364796189" sldId="2147483714"/>
              <ac:spMk id="14" creationId="{462B305F-E454-6A49-BE5A-20AC4E248E21}"/>
            </ac:spMkLst>
          </pc:spChg>
          <pc:spChg chg="del">
            <ac:chgData name="Krasauskaitė Ugnė" userId="dbe9a6d3-80d0-4cdc-b180-3639bbb88ba5" providerId="ADAL" clId="{07B18557-A708-BB4C-BDBE-7183D1358208}" dt="2021-02-01T14:30:53.120" v="357" actId="478"/>
            <ac:spMkLst>
              <pc:docMk/>
              <pc:sldMasterMk cId="2010401343" sldId="2147483648"/>
              <pc:sldLayoutMk cId="3364796189" sldId="2147483714"/>
              <ac:spMk id="15" creationId="{AD15DE3A-FC37-F54E-907A-A159B33E946B}"/>
            </ac:spMkLst>
          </pc:spChg>
          <pc:spChg chg="del">
            <ac:chgData name="Krasauskaitė Ugnė" userId="dbe9a6d3-80d0-4cdc-b180-3639bbb88ba5" providerId="ADAL" clId="{07B18557-A708-BB4C-BDBE-7183D1358208}" dt="2021-02-02T06:32:43.045" v="606" actId="478"/>
            <ac:spMkLst>
              <pc:docMk/>
              <pc:sldMasterMk cId="2010401343" sldId="2147483648"/>
              <pc:sldLayoutMk cId="3364796189" sldId="2147483714"/>
              <ac:spMk id="16" creationId="{2C9E9A14-EC98-B045-9BAB-C876E9A81973}"/>
            </ac:spMkLst>
          </pc:spChg>
          <pc:spChg chg="add mod">
            <ac:chgData name="Krasauskaitė Ugnė" userId="dbe9a6d3-80d0-4cdc-b180-3639bbb88ba5" providerId="ADAL" clId="{07B18557-A708-BB4C-BDBE-7183D1358208}" dt="2021-02-02T06:33:16.647" v="611" actId="14100"/>
            <ac:spMkLst>
              <pc:docMk/>
              <pc:sldMasterMk cId="2010401343" sldId="2147483648"/>
              <pc:sldLayoutMk cId="3364796189" sldId="2147483714"/>
              <ac:spMk id="17" creationId="{658CBE40-AB00-2B41-923F-CF9D7BE30F5F}"/>
            </ac:spMkLst>
          </pc:spChg>
          <pc:spChg chg="add mod">
            <ac:chgData name="Krasauskaitė Ugnė" userId="dbe9a6d3-80d0-4cdc-b180-3639bbb88ba5" providerId="ADAL" clId="{07B18557-A708-BB4C-BDBE-7183D1358208}" dt="2021-02-02T07:55:25.581" v="1381" actId="207"/>
            <ac:spMkLst>
              <pc:docMk/>
              <pc:sldMasterMk cId="2010401343" sldId="2147483648"/>
              <pc:sldLayoutMk cId="3364796189" sldId="2147483714"/>
              <ac:spMk id="18" creationId="{224758FE-FB03-7945-8489-CE74EBB5340E}"/>
            </ac:spMkLst>
          </pc:spChg>
          <pc:picChg chg="add mod">
            <ac:chgData name="Krasauskaitė Ugnė" userId="dbe9a6d3-80d0-4cdc-b180-3639bbb88ba5" providerId="ADAL" clId="{07B18557-A708-BB4C-BDBE-7183D1358208}" dt="2021-02-01T14:33:11.221" v="382" actId="1076"/>
            <ac:picMkLst>
              <pc:docMk/>
              <pc:sldMasterMk cId="2010401343" sldId="2147483648"/>
              <pc:sldLayoutMk cId="3364796189" sldId="2147483714"/>
              <ac:picMk id="2" creationId="{6D892914-F5A9-F642-B52A-C75D04F09286}"/>
            </ac:picMkLst>
          </pc:picChg>
          <pc:picChg chg="add del">
            <ac:chgData name="Krasauskaitė Ugnė" userId="dbe9a6d3-80d0-4cdc-b180-3639bbb88ba5" providerId="ADAL" clId="{07B18557-A708-BB4C-BDBE-7183D1358208}" dt="2021-02-01T14:36:11.731" v="410" actId="478"/>
            <ac:picMkLst>
              <pc:docMk/>
              <pc:sldMasterMk cId="2010401343" sldId="2147483648"/>
              <pc:sldLayoutMk cId="3364796189" sldId="2147483714"/>
              <ac:picMk id="3" creationId="{68B96AE2-7D55-244B-83AF-D551A81ABD92}"/>
            </ac:picMkLst>
          </pc:picChg>
          <pc:picChg chg="add del mod">
            <ac:chgData name="Krasauskaitė Ugnė" userId="dbe9a6d3-80d0-4cdc-b180-3639bbb88ba5" providerId="ADAL" clId="{07B18557-A708-BB4C-BDBE-7183D1358208}" dt="2021-02-01T14:37:09.001" v="424" actId="478"/>
            <ac:picMkLst>
              <pc:docMk/>
              <pc:sldMasterMk cId="2010401343" sldId="2147483648"/>
              <pc:sldLayoutMk cId="3364796189" sldId="2147483714"/>
              <ac:picMk id="4" creationId="{0592218A-8F55-E145-8A53-5AFCE39D43E6}"/>
            </ac:picMkLst>
          </pc:picChg>
          <pc:picChg chg="add del">
            <ac:chgData name="Krasauskaitė Ugnė" userId="dbe9a6d3-80d0-4cdc-b180-3639bbb88ba5" providerId="ADAL" clId="{07B18557-A708-BB4C-BDBE-7183D1358208}" dt="2021-02-01T14:37:11.171" v="425" actId="478"/>
            <ac:picMkLst>
              <pc:docMk/>
              <pc:sldMasterMk cId="2010401343" sldId="2147483648"/>
              <pc:sldLayoutMk cId="3364796189" sldId="2147483714"/>
              <ac:picMk id="5" creationId="{1C81389D-5533-1F4E-98B9-80B23FE0B9F2}"/>
            </ac:picMkLst>
          </pc:picChg>
          <pc:picChg chg="add del mod">
            <ac:chgData name="Krasauskaitė Ugnė" userId="dbe9a6d3-80d0-4cdc-b180-3639bbb88ba5" providerId="ADAL" clId="{07B18557-A708-BB4C-BDBE-7183D1358208}" dt="2021-02-01T14:43:23.611" v="524" actId="478"/>
            <ac:picMkLst>
              <pc:docMk/>
              <pc:sldMasterMk cId="2010401343" sldId="2147483648"/>
              <pc:sldLayoutMk cId="3364796189" sldId="2147483714"/>
              <ac:picMk id="6" creationId="{E48C8245-A0B5-4343-A773-99B1AC5A1C19}"/>
            </ac:picMkLst>
          </pc:picChg>
          <pc:picChg chg="add mod modCrop">
            <ac:chgData name="Krasauskaitė Ugnė" userId="dbe9a6d3-80d0-4cdc-b180-3639bbb88ba5" providerId="ADAL" clId="{07B18557-A708-BB4C-BDBE-7183D1358208}" dt="2021-02-01T14:34:41.170" v="407" actId="732"/>
            <ac:picMkLst>
              <pc:docMk/>
              <pc:sldMasterMk cId="2010401343" sldId="2147483648"/>
              <pc:sldLayoutMk cId="3364796189" sldId="2147483714"/>
              <ac:picMk id="9" creationId="{DE4D699B-062F-E34A-B8AF-6AF33D54CB2F}"/>
            </ac:picMkLst>
          </pc:picChg>
          <pc:picChg chg="add mod">
            <ac:chgData name="Krasauskaitė Ugnė" userId="dbe9a6d3-80d0-4cdc-b180-3639bbb88ba5" providerId="ADAL" clId="{07B18557-A708-BB4C-BDBE-7183D1358208}" dt="2021-02-01T14:43:24.056" v="525"/>
            <ac:picMkLst>
              <pc:docMk/>
              <pc:sldMasterMk cId="2010401343" sldId="2147483648"/>
              <pc:sldLayoutMk cId="3364796189" sldId="2147483714"/>
              <ac:picMk id="19" creationId="{E6E61C04-401B-A548-95BE-432EEC7539D9}"/>
            </ac:picMkLst>
          </pc:picChg>
        </pc:sldLayoutChg>
        <pc:sldLayoutChg chg="addSp delSp modSp add mod modTransition">
          <pc:chgData name="Krasauskaitė Ugnė" userId="dbe9a6d3-80d0-4cdc-b180-3639bbb88ba5" providerId="ADAL" clId="{07B18557-A708-BB4C-BDBE-7183D1358208}" dt="2021-02-02T07:55:31.895" v="1382" actId="207"/>
          <pc:sldLayoutMkLst>
            <pc:docMk/>
            <pc:sldMasterMk cId="2010401343" sldId="2147483648"/>
            <pc:sldLayoutMk cId="3744837837" sldId="2147483715"/>
          </pc:sldLayoutMkLst>
          <pc:spChg chg="mod">
            <ac:chgData name="Krasauskaitė Ugnė" userId="dbe9a6d3-80d0-4cdc-b180-3639bbb88ba5" providerId="ADAL" clId="{07B18557-A708-BB4C-BDBE-7183D1358208}" dt="2021-02-01T14:40:33.572" v="490" actId="6549"/>
            <ac:spMkLst>
              <pc:docMk/>
              <pc:sldMasterMk cId="2010401343" sldId="2147483648"/>
              <pc:sldLayoutMk cId="3744837837" sldId="2147483715"/>
              <ac:spMk id="8" creationId="{296451B7-2052-9240-BFB3-A9AA9A36AD9B}"/>
            </ac:spMkLst>
          </pc:spChg>
          <pc:spChg chg="add mod">
            <ac:chgData name="Krasauskaitė Ugnė" userId="dbe9a6d3-80d0-4cdc-b180-3639bbb88ba5" providerId="ADAL" clId="{07B18557-A708-BB4C-BDBE-7183D1358208}" dt="2021-02-02T06:53:19.196" v="846" actId="948"/>
            <ac:spMkLst>
              <pc:docMk/>
              <pc:sldMasterMk cId="2010401343" sldId="2147483648"/>
              <pc:sldLayoutMk cId="3744837837" sldId="2147483715"/>
              <ac:spMk id="12" creationId="{20FA2AC1-A86F-6246-9CF6-463924E7F598}"/>
            </ac:spMkLst>
          </pc:spChg>
          <pc:spChg chg="add del mod">
            <ac:chgData name="Krasauskaitė Ugnė" userId="dbe9a6d3-80d0-4cdc-b180-3639bbb88ba5" providerId="ADAL" clId="{07B18557-A708-BB4C-BDBE-7183D1358208}" dt="2021-02-01T14:41:00.560" v="496" actId="478"/>
            <ac:spMkLst>
              <pc:docMk/>
              <pc:sldMasterMk cId="2010401343" sldId="2147483648"/>
              <pc:sldLayoutMk cId="3744837837" sldId="2147483715"/>
              <ac:spMk id="12" creationId="{5010BCAE-E9C5-AA4F-87C0-20DCE32F0484}"/>
            </ac:spMkLst>
          </pc:spChg>
          <pc:spChg chg="del">
            <ac:chgData name="Krasauskaitė Ugnė" userId="dbe9a6d3-80d0-4cdc-b180-3639bbb88ba5" providerId="ADAL" clId="{07B18557-A708-BB4C-BDBE-7183D1358208}" dt="2021-02-02T06:32:48.840" v="608" actId="478"/>
            <ac:spMkLst>
              <pc:docMk/>
              <pc:sldMasterMk cId="2010401343" sldId="2147483648"/>
              <pc:sldLayoutMk cId="3744837837" sldId="2147483715"/>
              <ac:spMk id="16" creationId="{2C9E9A14-EC98-B045-9BAB-C876E9A81973}"/>
            </ac:spMkLst>
          </pc:spChg>
          <pc:spChg chg="mod">
            <ac:chgData name="Krasauskaitė Ugnė" userId="dbe9a6d3-80d0-4cdc-b180-3639bbb88ba5" providerId="ADAL" clId="{07B18557-A708-BB4C-BDBE-7183D1358208}" dt="2021-02-01T14:44:31.315" v="540" actId="2711"/>
            <ac:spMkLst>
              <pc:docMk/>
              <pc:sldMasterMk cId="2010401343" sldId="2147483648"/>
              <pc:sldLayoutMk cId="3744837837" sldId="2147483715"/>
              <ac:spMk id="17" creationId="{658CBE40-AB00-2B41-923F-CF9D7BE30F5F}"/>
            </ac:spMkLst>
          </pc:spChg>
          <pc:spChg chg="mod">
            <ac:chgData name="Krasauskaitė Ugnė" userId="dbe9a6d3-80d0-4cdc-b180-3639bbb88ba5" providerId="ADAL" clId="{07B18557-A708-BB4C-BDBE-7183D1358208}" dt="2021-02-02T07:55:31.895" v="1382" actId="207"/>
            <ac:spMkLst>
              <pc:docMk/>
              <pc:sldMasterMk cId="2010401343" sldId="2147483648"/>
              <pc:sldLayoutMk cId="3744837837" sldId="2147483715"/>
              <ac:spMk id="18" creationId="{224758FE-FB03-7945-8489-CE74EBB5340E}"/>
            </ac:spMkLst>
          </pc:spChg>
          <pc:picChg chg="mod">
            <ac:chgData name="Krasauskaitė Ugnė" userId="dbe9a6d3-80d0-4cdc-b180-3639bbb88ba5" providerId="ADAL" clId="{07B18557-A708-BB4C-BDBE-7183D1358208}" dt="2021-02-01T14:40:22.613" v="486" actId="1076"/>
            <ac:picMkLst>
              <pc:docMk/>
              <pc:sldMasterMk cId="2010401343" sldId="2147483648"/>
              <pc:sldLayoutMk cId="3744837837" sldId="2147483715"/>
              <ac:picMk id="2" creationId="{6D892914-F5A9-F642-B52A-C75D04F09286}"/>
            </ac:picMkLst>
          </pc:picChg>
          <pc:picChg chg="mod">
            <ac:chgData name="Krasauskaitė Ugnė" userId="dbe9a6d3-80d0-4cdc-b180-3639bbb88ba5" providerId="ADAL" clId="{07B18557-A708-BB4C-BDBE-7183D1358208}" dt="2021-02-01T14:43:34.133" v="534" actId="1038"/>
            <ac:picMkLst>
              <pc:docMk/>
              <pc:sldMasterMk cId="2010401343" sldId="2147483648"/>
              <pc:sldLayoutMk cId="3744837837" sldId="2147483715"/>
              <ac:picMk id="6" creationId="{E48C8245-A0B5-4343-A773-99B1AC5A1C19}"/>
            </ac:picMkLst>
          </pc:picChg>
          <pc:picChg chg="del">
            <ac:chgData name="Krasauskaitė Ugnė" userId="dbe9a6d3-80d0-4cdc-b180-3639bbb88ba5" providerId="ADAL" clId="{07B18557-A708-BB4C-BDBE-7183D1358208}" dt="2021-02-01T14:42:28.799" v="508" actId="478"/>
            <ac:picMkLst>
              <pc:docMk/>
              <pc:sldMasterMk cId="2010401343" sldId="2147483648"/>
              <pc:sldLayoutMk cId="3744837837" sldId="2147483715"/>
              <ac:picMk id="9" creationId="{DE4D699B-062F-E34A-B8AF-6AF33D54CB2F}"/>
            </ac:picMkLst>
          </pc:picChg>
          <pc:picChg chg="add del mod">
            <ac:chgData name="Krasauskaitė Ugnė" userId="dbe9a6d3-80d0-4cdc-b180-3639bbb88ba5" providerId="ADAL" clId="{07B18557-A708-BB4C-BDBE-7183D1358208}" dt="2021-02-01T14:42:26.797" v="507" actId="478"/>
            <ac:picMkLst>
              <pc:docMk/>
              <pc:sldMasterMk cId="2010401343" sldId="2147483648"/>
              <pc:sldLayoutMk cId="3744837837" sldId="2147483715"/>
              <ac:picMk id="13" creationId="{37AC79AA-29C3-2045-8DC6-95C51BEBDAD0}"/>
            </ac:picMkLst>
          </pc:picChg>
          <pc:picChg chg="add mod modCrop">
            <ac:chgData name="Krasauskaitė Ugnė" userId="dbe9a6d3-80d0-4cdc-b180-3639bbb88ba5" providerId="ADAL" clId="{07B18557-A708-BB4C-BDBE-7183D1358208}" dt="2021-02-01T14:43:11.786" v="517" actId="171"/>
            <ac:picMkLst>
              <pc:docMk/>
              <pc:sldMasterMk cId="2010401343" sldId="2147483648"/>
              <pc:sldLayoutMk cId="3744837837" sldId="2147483715"/>
              <ac:picMk id="14" creationId="{A555EE49-EA86-604D-B79E-1835648D4373}"/>
            </ac:picMkLst>
          </pc:picChg>
        </pc:sldLayoutChg>
        <pc:sldLayoutChg chg="addSp delSp modSp add mod modTransition">
          <pc:chgData name="Krasauskaitė Ugnė" userId="dbe9a6d3-80d0-4cdc-b180-3639bbb88ba5" providerId="ADAL" clId="{07B18557-A708-BB4C-BDBE-7183D1358208}" dt="2021-02-02T07:55:36.962" v="1383" actId="207"/>
          <pc:sldLayoutMkLst>
            <pc:docMk/>
            <pc:sldMasterMk cId="2010401343" sldId="2147483648"/>
            <pc:sldLayoutMk cId="1195424930" sldId="2147483716"/>
          </pc:sldLayoutMkLst>
          <pc:spChg chg="del">
            <ac:chgData name="Krasauskaitė Ugnė" userId="dbe9a6d3-80d0-4cdc-b180-3639bbb88ba5" providerId="ADAL" clId="{07B18557-A708-BB4C-BDBE-7183D1358208}" dt="2021-02-02T06:35:08.507" v="613" actId="478"/>
            <ac:spMkLst>
              <pc:docMk/>
              <pc:sldMasterMk cId="2010401343" sldId="2147483648"/>
              <pc:sldLayoutMk cId="1195424930" sldId="2147483716"/>
              <ac:spMk id="8" creationId="{296451B7-2052-9240-BFB3-A9AA9A36AD9B}"/>
            </ac:spMkLst>
          </pc:spChg>
          <pc:spChg chg="del">
            <ac:chgData name="Krasauskaitė Ugnė" userId="dbe9a6d3-80d0-4cdc-b180-3639bbb88ba5" providerId="ADAL" clId="{07B18557-A708-BB4C-BDBE-7183D1358208}" dt="2021-02-02T06:35:08.507" v="613" actId="478"/>
            <ac:spMkLst>
              <pc:docMk/>
              <pc:sldMasterMk cId="2010401343" sldId="2147483648"/>
              <pc:sldLayoutMk cId="1195424930" sldId="2147483716"/>
              <ac:spMk id="12" creationId="{20FA2AC1-A86F-6246-9CF6-463924E7F598}"/>
            </ac:spMkLst>
          </pc:spChg>
          <pc:spChg chg="add mod">
            <ac:chgData name="Krasauskaitė Ugnė" userId="dbe9a6d3-80d0-4cdc-b180-3639bbb88ba5" providerId="ADAL" clId="{07B18557-A708-BB4C-BDBE-7183D1358208}" dt="2021-02-02T07:55:36.962" v="1383" actId="207"/>
            <ac:spMkLst>
              <pc:docMk/>
              <pc:sldMasterMk cId="2010401343" sldId="2147483648"/>
              <pc:sldLayoutMk cId="1195424930" sldId="2147483716"/>
              <ac:spMk id="13" creationId="{DCD1856C-F327-BF49-A715-D3258E845AB5}"/>
            </ac:spMkLst>
          </pc:spChg>
          <pc:spChg chg="del">
            <ac:chgData name="Krasauskaitė Ugnė" userId="dbe9a6d3-80d0-4cdc-b180-3639bbb88ba5" providerId="ADAL" clId="{07B18557-A708-BB4C-BDBE-7183D1358208}" dt="2021-02-02T06:35:08.507" v="613" actId="478"/>
            <ac:spMkLst>
              <pc:docMk/>
              <pc:sldMasterMk cId="2010401343" sldId="2147483648"/>
              <pc:sldLayoutMk cId="1195424930" sldId="2147483716"/>
              <ac:spMk id="17" creationId="{658CBE40-AB00-2B41-923F-CF9D7BE30F5F}"/>
            </ac:spMkLst>
          </pc:spChg>
          <pc:spChg chg="del">
            <ac:chgData name="Krasauskaitė Ugnė" userId="dbe9a6d3-80d0-4cdc-b180-3639bbb88ba5" providerId="ADAL" clId="{07B18557-A708-BB4C-BDBE-7183D1358208}" dt="2021-02-02T06:35:08.507" v="613" actId="478"/>
            <ac:spMkLst>
              <pc:docMk/>
              <pc:sldMasterMk cId="2010401343" sldId="2147483648"/>
              <pc:sldLayoutMk cId="1195424930" sldId="2147483716"/>
              <ac:spMk id="18" creationId="{224758FE-FB03-7945-8489-CE74EBB5340E}"/>
            </ac:spMkLst>
          </pc:spChg>
          <pc:spChg chg="add mod">
            <ac:chgData name="Krasauskaitė Ugnė" userId="dbe9a6d3-80d0-4cdc-b180-3639bbb88ba5" providerId="ADAL" clId="{07B18557-A708-BB4C-BDBE-7183D1358208}" dt="2021-02-02T06:52:59.900" v="845" actId="6549"/>
            <ac:spMkLst>
              <pc:docMk/>
              <pc:sldMasterMk cId="2010401343" sldId="2147483648"/>
              <pc:sldLayoutMk cId="1195424930" sldId="2147483716"/>
              <ac:spMk id="19" creationId="{CD1AB869-1A97-C74F-B22C-8C4A3C855317}"/>
            </ac:spMkLst>
          </pc:spChg>
          <pc:spChg chg="add mod">
            <ac:chgData name="Krasauskaitė Ugnė" userId="dbe9a6d3-80d0-4cdc-b180-3639bbb88ba5" providerId="ADAL" clId="{07B18557-A708-BB4C-BDBE-7183D1358208}" dt="2021-02-02T07:23:09.402" v="1135" actId="1036"/>
            <ac:spMkLst>
              <pc:docMk/>
              <pc:sldMasterMk cId="2010401343" sldId="2147483648"/>
              <pc:sldLayoutMk cId="1195424930" sldId="2147483716"/>
              <ac:spMk id="20" creationId="{0DA89282-BC77-374F-8ABF-0748E20950C4}"/>
            </ac:spMkLst>
          </pc:spChg>
          <pc:spChg chg="add mod">
            <ac:chgData name="Krasauskaitė Ugnė" userId="dbe9a6d3-80d0-4cdc-b180-3639bbb88ba5" providerId="ADAL" clId="{07B18557-A708-BB4C-BDBE-7183D1358208}" dt="2021-02-02T06:58:43.358" v="889" actId="20577"/>
            <ac:spMkLst>
              <pc:docMk/>
              <pc:sldMasterMk cId="2010401343" sldId="2147483648"/>
              <pc:sldLayoutMk cId="1195424930" sldId="2147483716"/>
              <ac:spMk id="21" creationId="{B4B86B12-DA76-274D-9D4F-46D64739DB84}"/>
            </ac:spMkLst>
          </pc:spChg>
          <pc:spChg chg="add mod">
            <ac:chgData name="Krasauskaitė Ugnė" userId="dbe9a6d3-80d0-4cdc-b180-3639bbb88ba5" providerId="ADAL" clId="{07B18557-A708-BB4C-BDBE-7183D1358208}" dt="2021-02-02T06:51:50.656" v="838" actId="948"/>
            <ac:spMkLst>
              <pc:docMk/>
              <pc:sldMasterMk cId="2010401343" sldId="2147483648"/>
              <pc:sldLayoutMk cId="1195424930" sldId="2147483716"/>
              <ac:spMk id="22" creationId="{587BF503-4657-4144-AE5A-7FC3C4A8467D}"/>
            </ac:spMkLst>
          </pc:spChg>
          <pc:picChg chg="del">
            <ac:chgData name="Krasauskaitė Ugnė" userId="dbe9a6d3-80d0-4cdc-b180-3639bbb88ba5" providerId="ADAL" clId="{07B18557-A708-BB4C-BDBE-7183D1358208}" dt="2021-02-02T06:35:08.507" v="613" actId="478"/>
            <ac:picMkLst>
              <pc:docMk/>
              <pc:sldMasterMk cId="2010401343" sldId="2147483648"/>
              <pc:sldLayoutMk cId="1195424930" sldId="2147483716"/>
              <ac:picMk id="2" creationId="{6D892914-F5A9-F642-B52A-C75D04F09286}"/>
            </ac:picMkLst>
          </pc:picChg>
          <pc:picChg chg="add del">
            <ac:chgData name="Krasauskaitė Ugnė" userId="dbe9a6d3-80d0-4cdc-b180-3639bbb88ba5" providerId="ADAL" clId="{07B18557-A708-BB4C-BDBE-7183D1358208}" dt="2021-02-02T06:39:26.021" v="624"/>
            <ac:picMkLst>
              <pc:docMk/>
              <pc:sldMasterMk cId="2010401343" sldId="2147483648"/>
              <pc:sldLayoutMk cId="1195424930" sldId="2147483716"/>
              <ac:picMk id="3" creationId="{E3FDFFBB-05B3-E14B-9128-FA954C8B4291}"/>
            </ac:picMkLst>
          </pc:picChg>
          <pc:picChg chg="add del mod">
            <ac:chgData name="Krasauskaitė Ugnė" userId="dbe9a6d3-80d0-4cdc-b180-3639bbb88ba5" providerId="ADAL" clId="{07B18557-A708-BB4C-BDBE-7183D1358208}" dt="2021-02-02T06:46:15.049" v="732" actId="478"/>
            <ac:picMkLst>
              <pc:docMk/>
              <pc:sldMasterMk cId="2010401343" sldId="2147483648"/>
              <pc:sldLayoutMk cId="1195424930" sldId="2147483716"/>
              <ac:picMk id="4" creationId="{2E81A4D6-5044-E045-9593-13D9330D8F93}"/>
            </ac:picMkLst>
          </pc:picChg>
          <pc:picChg chg="add del">
            <ac:chgData name="Krasauskaitė Ugnė" userId="dbe9a6d3-80d0-4cdc-b180-3639bbb88ba5" providerId="ADAL" clId="{07B18557-A708-BB4C-BDBE-7183D1358208}" dt="2021-02-02T06:41:07.266" v="629"/>
            <ac:picMkLst>
              <pc:docMk/>
              <pc:sldMasterMk cId="2010401343" sldId="2147483648"/>
              <pc:sldLayoutMk cId="1195424930" sldId="2147483716"/>
              <ac:picMk id="5" creationId="{80565EBA-507F-3E4A-90F0-2A137142A897}"/>
            </ac:picMkLst>
          </pc:picChg>
          <pc:picChg chg="del">
            <ac:chgData name="Krasauskaitė Ugnė" userId="dbe9a6d3-80d0-4cdc-b180-3639bbb88ba5" providerId="ADAL" clId="{07B18557-A708-BB4C-BDBE-7183D1358208}" dt="2021-02-02T06:35:08.507" v="613" actId="478"/>
            <ac:picMkLst>
              <pc:docMk/>
              <pc:sldMasterMk cId="2010401343" sldId="2147483648"/>
              <pc:sldLayoutMk cId="1195424930" sldId="2147483716"/>
              <ac:picMk id="6" creationId="{E48C8245-A0B5-4343-A773-99B1AC5A1C19}"/>
            </ac:picMkLst>
          </pc:picChg>
          <pc:picChg chg="del">
            <ac:chgData name="Krasauskaitė Ugnė" userId="dbe9a6d3-80d0-4cdc-b180-3639bbb88ba5" providerId="ADAL" clId="{07B18557-A708-BB4C-BDBE-7183D1358208}" dt="2021-02-02T06:35:08.507" v="613" actId="478"/>
            <ac:picMkLst>
              <pc:docMk/>
              <pc:sldMasterMk cId="2010401343" sldId="2147483648"/>
              <pc:sldLayoutMk cId="1195424930" sldId="2147483716"/>
              <ac:picMk id="7" creationId="{ED861843-38B4-D148-99E5-9F4C3E2339E0}"/>
            </ac:picMkLst>
          </pc:picChg>
          <pc:picChg chg="add del mod">
            <ac:chgData name="Krasauskaitė Ugnė" userId="dbe9a6d3-80d0-4cdc-b180-3639bbb88ba5" providerId="ADAL" clId="{07B18557-A708-BB4C-BDBE-7183D1358208}" dt="2021-02-02T07:14:08.414" v="1042" actId="478"/>
            <ac:picMkLst>
              <pc:docMk/>
              <pc:sldMasterMk cId="2010401343" sldId="2147483648"/>
              <pc:sldLayoutMk cId="1195424930" sldId="2147483716"/>
              <ac:picMk id="9" creationId="{4D8CDB32-0CED-6046-8707-787BADF4DEFD}"/>
            </ac:picMkLst>
          </pc:picChg>
          <pc:picChg chg="add mod">
            <ac:chgData name="Krasauskaitė Ugnė" userId="dbe9a6d3-80d0-4cdc-b180-3639bbb88ba5" providerId="ADAL" clId="{07B18557-A708-BB4C-BDBE-7183D1358208}" dt="2021-02-02T06:43:22.683" v="670" actId="1038"/>
            <ac:picMkLst>
              <pc:docMk/>
              <pc:sldMasterMk cId="2010401343" sldId="2147483648"/>
              <pc:sldLayoutMk cId="1195424930" sldId="2147483716"/>
              <ac:picMk id="10" creationId="{6B7DEC24-8D93-6D48-A79C-7BDDFFA2B161}"/>
            </ac:picMkLst>
          </pc:picChg>
          <pc:picChg chg="del">
            <ac:chgData name="Krasauskaitė Ugnė" userId="dbe9a6d3-80d0-4cdc-b180-3639bbb88ba5" providerId="ADAL" clId="{07B18557-A708-BB4C-BDBE-7183D1358208}" dt="2021-02-02T06:35:08.507" v="613" actId="478"/>
            <ac:picMkLst>
              <pc:docMk/>
              <pc:sldMasterMk cId="2010401343" sldId="2147483648"/>
              <pc:sldLayoutMk cId="1195424930" sldId="2147483716"/>
              <ac:picMk id="11" creationId="{A36F833E-D503-7449-87CC-B8E383BC66CA}"/>
            </ac:picMkLst>
          </pc:picChg>
          <pc:picChg chg="del">
            <ac:chgData name="Krasauskaitė Ugnė" userId="dbe9a6d3-80d0-4cdc-b180-3639bbb88ba5" providerId="ADAL" clId="{07B18557-A708-BB4C-BDBE-7183D1358208}" dt="2021-02-02T06:35:08.507" v="613" actId="478"/>
            <ac:picMkLst>
              <pc:docMk/>
              <pc:sldMasterMk cId="2010401343" sldId="2147483648"/>
              <pc:sldLayoutMk cId="1195424930" sldId="2147483716"/>
              <ac:picMk id="14" creationId="{A555EE49-EA86-604D-B79E-1835648D4373}"/>
            </ac:picMkLst>
          </pc:picChg>
          <pc:picChg chg="add del mod">
            <ac:chgData name="Krasauskaitė Ugnė" userId="dbe9a6d3-80d0-4cdc-b180-3639bbb88ba5" providerId="ADAL" clId="{07B18557-A708-BB4C-BDBE-7183D1358208}" dt="2021-02-02T06:43:24.528" v="671" actId="478"/>
            <ac:picMkLst>
              <pc:docMk/>
              <pc:sldMasterMk cId="2010401343" sldId="2147483648"/>
              <pc:sldLayoutMk cId="1195424930" sldId="2147483716"/>
              <ac:picMk id="15" creationId="{A09DED3F-BCAE-0F45-86E8-F7640634A763}"/>
            </ac:picMkLst>
          </pc:picChg>
          <pc:picChg chg="add mod modCrop">
            <ac:chgData name="Krasauskaitė Ugnė" userId="dbe9a6d3-80d0-4cdc-b180-3639bbb88ba5" providerId="ADAL" clId="{07B18557-A708-BB4C-BDBE-7183D1358208}" dt="2021-02-02T06:48:07.003" v="738" actId="732"/>
            <ac:picMkLst>
              <pc:docMk/>
              <pc:sldMasterMk cId="2010401343" sldId="2147483648"/>
              <pc:sldLayoutMk cId="1195424930" sldId="2147483716"/>
              <ac:picMk id="16" creationId="{A7015AA5-A63A-AA42-ACD1-300F08FBDCD4}"/>
            </ac:picMkLst>
          </pc:picChg>
          <pc:picChg chg="add mod">
            <ac:chgData name="Krasauskaitė Ugnė" userId="dbe9a6d3-80d0-4cdc-b180-3639bbb88ba5" providerId="ADAL" clId="{07B18557-A708-BB4C-BDBE-7183D1358208}" dt="2021-02-02T07:14:08.916" v="1043"/>
            <ac:picMkLst>
              <pc:docMk/>
              <pc:sldMasterMk cId="2010401343" sldId="2147483648"/>
              <pc:sldLayoutMk cId="1195424930" sldId="2147483716"/>
              <ac:picMk id="23" creationId="{810A3938-1C5A-734A-9AEB-AA2A81156F6C}"/>
            </ac:picMkLst>
          </pc:picChg>
        </pc:sldLayoutChg>
        <pc:sldLayoutChg chg="addSp delSp modSp add mod modTransition setBg">
          <pc:chgData name="Krasauskaitė Ugnė" userId="dbe9a6d3-80d0-4cdc-b180-3639bbb88ba5" providerId="ADAL" clId="{07B18557-A708-BB4C-BDBE-7183D1358208}" dt="2021-02-02T07:41:21.780" v="1296" actId="6014"/>
          <pc:sldLayoutMkLst>
            <pc:docMk/>
            <pc:sldMasterMk cId="2010401343" sldId="2147483648"/>
            <pc:sldLayoutMk cId="3796437252" sldId="2147483717"/>
          </pc:sldLayoutMkLst>
          <pc:spChg chg="add del mod">
            <ac:chgData name="Krasauskaitė Ugnė" userId="dbe9a6d3-80d0-4cdc-b180-3639bbb88ba5" providerId="ADAL" clId="{07B18557-A708-BB4C-BDBE-7183D1358208}" dt="2021-02-02T06:56:29.691" v="866" actId="478"/>
            <ac:spMkLst>
              <pc:docMk/>
              <pc:sldMasterMk cId="2010401343" sldId="2147483648"/>
              <pc:sldLayoutMk cId="3796437252" sldId="2147483717"/>
              <ac:spMk id="3" creationId="{CF50A47D-21D4-FD42-953E-430E5C96D244}"/>
            </ac:spMkLst>
          </pc:spChg>
          <pc:spChg chg="add mod">
            <ac:chgData name="Krasauskaitė Ugnė" userId="dbe9a6d3-80d0-4cdc-b180-3639bbb88ba5" providerId="ADAL" clId="{07B18557-A708-BB4C-BDBE-7183D1358208}" dt="2021-02-02T06:56:31.686" v="868"/>
            <ac:spMkLst>
              <pc:docMk/>
              <pc:sldMasterMk cId="2010401343" sldId="2147483648"/>
              <pc:sldLayoutMk cId="3796437252" sldId="2147483717"/>
              <ac:spMk id="12" creationId="{56D8A384-C846-7641-BEB4-42006FEB5447}"/>
            </ac:spMkLst>
          </pc:spChg>
          <pc:spChg chg="del">
            <ac:chgData name="Krasauskaitė Ugnė" userId="dbe9a6d3-80d0-4cdc-b180-3639bbb88ba5" providerId="ADAL" clId="{07B18557-A708-BB4C-BDBE-7183D1358208}" dt="2021-02-02T06:54:52.743" v="853" actId="478"/>
            <ac:spMkLst>
              <pc:docMk/>
              <pc:sldMasterMk cId="2010401343" sldId="2147483648"/>
              <pc:sldLayoutMk cId="3796437252" sldId="2147483717"/>
              <ac:spMk id="13" creationId="{DCD1856C-F327-BF49-A715-D3258E845AB5}"/>
            </ac:spMkLst>
          </pc:spChg>
          <pc:spChg chg="add mod">
            <ac:chgData name="Krasauskaitė Ugnė" userId="dbe9a6d3-80d0-4cdc-b180-3639bbb88ba5" providerId="ADAL" clId="{07B18557-A708-BB4C-BDBE-7183D1358208}" dt="2021-02-02T06:59:25.987" v="896" actId="14100"/>
            <ac:spMkLst>
              <pc:docMk/>
              <pc:sldMasterMk cId="2010401343" sldId="2147483648"/>
              <pc:sldLayoutMk cId="3796437252" sldId="2147483717"/>
              <ac:spMk id="14" creationId="{F497E261-9388-AC42-BFA8-252592EA0D4A}"/>
            </ac:spMkLst>
          </pc:spChg>
          <pc:spChg chg="add del mod">
            <ac:chgData name="Krasauskaitė Ugnė" userId="dbe9a6d3-80d0-4cdc-b180-3639bbb88ba5" providerId="ADAL" clId="{07B18557-A708-BB4C-BDBE-7183D1358208}" dt="2021-02-02T06:59:16.975" v="894" actId="478"/>
            <ac:spMkLst>
              <pc:docMk/>
              <pc:sldMasterMk cId="2010401343" sldId="2147483648"/>
              <pc:sldLayoutMk cId="3796437252" sldId="2147483717"/>
              <ac:spMk id="15" creationId="{0F4CB0B1-ACC7-054A-80F4-1C69A886B8F8}"/>
            </ac:spMkLst>
          </pc:spChg>
          <pc:spChg chg="add mod">
            <ac:chgData name="Krasauskaitė Ugnė" userId="dbe9a6d3-80d0-4cdc-b180-3639bbb88ba5" providerId="ADAL" clId="{07B18557-A708-BB4C-BDBE-7183D1358208}" dt="2021-02-02T07:00:31.378" v="908"/>
            <ac:spMkLst>
              <pc:docMk/>
              <pc:sldMasterMk cId="2010401343" sldId="2147483648"/>
              <pc:sldLayoutMk cId="3796437252" sldId="2147483717"/>
              <ac:spMk id="17" creationId="{B5FF6581-2E75-F54C-AC74-4CFB308232A1}"/>
            </ac:spMkLst>
          </pc:spChg>
          <pc:spChg chg="add del mod">
            <ac:chgData name="Krasauskaitė Ugnė" userId="dbe9a6d3-80d0-4cdc-b180-3639bbb88ba5" providerId="ADAL" clId="{07B18557-A708-BB4C-BDBE-7183D1358208}" dt="2021-02-02T06:58:24.535" v="884" actId="478"/>
            <ac:spMkLst>
              <pc:docMk/>
              <pc:sldMasterMk cId="2010401343" sldId="2147483648"/>
              <pc:sldLayoutMk cId="3796437252" sldId="2147483717"/>
              <ac:spMk id="18" creationId="{26D49280-F006-5446-A640-5AEFC8F33AE6}"/>
            </ac:spMkLst>
          </pc:spChg>
          <pc:spChg chg="del">
            <ac:chgData name="Krasauskaitė Ugnė" userId="dbe9a6d3-80d0-4cdc-b180-3639bbb88ba5" providerId="ADAL" clId="{07B18557-A708-BB4C-BDBE-7183D1358208}" dt="2021-02-02T06:55:01.176" v="854" actId="478"/>
            <ac:spMkLst>
              <pc:docMk/>
              <pc:sldMasterMk cId="2010401343" sldId="2147483648"/>
              <pc:sldLayoutMk cId="3796437252" sldId="2147483717"/>
              <ac:spMk id="19" creationId="{CD1AB869-1A97-C74F-B22C-8C4A3C855317}"/>
            </ac:spMkLst>
          </pc:spChg>
          <pc:spChg chg="del">
            <ac:chgData name="Krasauskaitė Ugnė" userId="dbe9a6d3-80d0-4cdc-b180-3639bbb88ba5" providerId="ADAL" clId="{07B18557-A708-BB4C-BDBE-7183D1358208}" dt="2021-02-02T06:55:01.176" v="854" actId="478"/>
            <ac:spMkLst>
              <pc:docMk/>
              <pc:sldMasterMk cId="2010401343" sldId="2147483648"/>
              <pc:sldLayoutMk cId="3796437252" sldId="2147483717"/>
              <ac:spMk id="20" creationId="{0DA89282-BC77-374F-8ABF-0748E20950C4}"/>
            </ac:spMkLst>
          </pc:spChg>
          <pc:spChg chg="del">
            <ac:chgData name="Krasauskaitė Ugnė" userId="dbe9a6d3-80d0-4cdc-b180-3639bbb88ba5" providerId="ADAL" clId="{07B18557-A708-BB4C-BDBE-7183D1358208}" dt="2021-02-02T06:55:04.014" v="855" actId="478"/>
            <ac:spMkLst>
              <pc:docMk/>
              <pc:sldMasterMk cId="2010401343" sldId="2147483648"/>
              <pc:sldLayoutMk cId="3796437252" sldId="2147483717"/>
              <ac:spMk id="21" creationId="{B4B86B12-DA76-274D-9D4F-46D64739DB84}"/>
            </ac:spMkLst>
          </pc:spChg>
          <pc:spChg chg="del">
            <ac:chgData name="Krasauskaitė Ugnė" userId="dbe9a6d3-80d0-4cdc-b180-3639bbb88ba5" providerId="ADAL" clId="{07B18557-A708-BB4C-BDBE-7183D1358208}" dt="2021-02-02T06:55:04.014" v="855" actId="478"/>
            <ac:spMkLst>
              <pc:docMk/>
              <pc:sldMasterMk cId="2010401343" sldId="2147483648"/>
              <pc:sldLayoutMk cId="3796437252" sldId="2147483717"/>
              <ac:spMk id="22" creationId="{587BF503-4657-4144-AE5A-7FC3C4A8467D}"/>
            </ac:spMkLst>
          </pc:spChg>
          <pc:spChg chg="add mod">
            <ac:chgData name="Krasauskaitė Ugnė" userId="dbe9a6d3-80d0-4cdc-b180-3639bbb88ba5" providerId="ADAL" clId="{07B18557-A708-BB4C-BDBE-7183D1358208}" dt="2021-02-02T06:59:25.987" v="896" actId="14100"/>
            <ac:spMkLst>
              <pc:docMk/>
              <pc:sldMasterMk cId="2010401343" sldId="2147483648"/>
              <pc:sldLayoutMk cId="3796437252" sldId="2147483717"/>
              <ac:spMk id="23" creationId="{2E6D4784-2EA3-C74A-80A6-6E53A345902F}"/>
            </ac:spMkLst>
          </pc:spChg>
          <pc:spChg chg="add del mod">
            <ac:chgData name="Krasauskaitė Ugnė" userId="dbe9a6d3-80d0-4cdc-b180-3639bbb88ba5" providerId="ADAL" clId="{07B18557-A708-BB4C-BDBE-7183D1358208}" dt="2021-02-02T06:59:18.373" v="895" actId="478"/>
            <ac:spMkLst>
              <pc:docMk/>
              <pc:sldMasterMk cId="2010401343" sldId="2147483648"/>
              <pc:sldLayoutMk cId="3796437252" sldId="2147483717"/>
              <ac:spMk id="24" creationId="{F306C7B3-BE6D-8346-AB28-31D422775870}"/>
            </ac:spMkLst>
          </pc:spChg>
          <pc:spChg chg="add mod">
            <ac:chgData name="Krasauskaitė Ugnė" userId="dbe9a6d3-80d0-4cdc-b180-3639bbb88ba5" providerId="ADAL" clId="{07B18557-A708-BB4C-BDBE-7183D1358208}" dt="2021-02-02T07:00:31.378" v="908"/>
            <ac:spMkLst>
              <pc:docMk/>
              <pc:sldMasterMk cId="2010401343" sldId="2147483648"/>
              <pc:sldLayoutMk cId="3796437252" sldId="2147483717"/>
              <ac:spMk id="25" creationId="{5592035A-2271-5843-9AF4-E3E9FDCF0139}"/>
            </ac:spMkLst>
          </pc:spChg>
          <pc:spChg chg="add del mod">
            <ac:chgData name="Krasauskaitė Ugnė" userId="dbe9a6d3-80d0-4cdc-b180-3639bbb88ba5" providerId="ADAL" clId="{07B18557-A708-BB4C-BDBE-7183D1358208}" dt="2021-02-02T06:59:06.901" v="892" actId="478"/>
            <ac:spMkLst>
              <pc:docMk/>
              <pc:sldMasterMk cId="2010401343" sldId="2147483648"/>
              <pc:sldLayoutMk cId="3796437252" sldId="2147483717"/>
              <ac:spMk id="26" creationId="{1CB3167C-193B-7B43-AC52-389952425FF3}"/>
            </ac:spMkLst>
          </pc:spChg>
          <pc:spChg chg="add mod">
            <ac:chgData name="Krasauskaitė Ugnė" userId="dbe9a6d3-80d0-4cdc-b180-3639bbb88ba5" providerId="ADAL" clId="{07B18557-A708-BB4C-BDBE-7183D1358208}" dt="2021-02-02T07:23:53.480" v="1148" actId="207"/>
            <ac:spMkLst>
              <pc:docMk/>
              <pc:sldMasterMk cId="2010401343" sldId="2147483648"/>
              <pc:sldLayoutMk cId="3796437252" sldId="2147483717"/>
              <ac:spMk id="27" creationId="{61CEBCC4-E80B-604A-814A-EDFAF11839D4}"/>
            </ac:spMkLst>
          </pc:spChg>
          <pc:picChg chg="add del mod">
            <ac:chgData name="Krasauskaitė Ugnė" userId="dbe9a6d3-80d0-4cdc-b180-3639bbb88ba5" providerId="ADAL" clId="{07B18557-A708-BB4C-BDBE-7183D1358208}" dt="2021-02-02T06:56:30.646" v="867" actId="478"/>
            <ac:picMkLst>
              <pc:docMk/>
              <pc:sldMasterMk cId="2010401343" sldId="2147483648"/>
              <pc:sldLayoutMk cId="3796437252" sldId="2147483717"/>
              <ac:picMk id="2" creationId="{7E2FB549-DC24-834B-9C85-19CBA95E45D2}"/>
            </ac:picMkLst>
          </pc:picChg>
          <pc:picChg chg="del">
            <ac:chgData name="Krasauskaitė Ugnė" userId="dbe9a6d3-80d0-4cdc-b180-3639bbb88ba5" providerId="ADAL" clId="{07B18557-A708-BB4C-BDBE-7183D1358208}" dt="2021-02-02T06:54:52.743" v="853" actId="478"/>
            <ac:picMkLst>
              <pc:docMk/>
              <pc:sldMasterMk cId="2010401343" sldId="2147483648"/>
              <pc:sldLayoutMk cId="3796437252" sldId="2147483717"/>
              <ac:picMk id="9" creationId="{4D8CDB32-0CED-6046-8707-787BADF4DEFD}"/>
            </ac:picMkLst>
          </pc:picChg>
          <pc:picChg chg="del">
            <ac:chgData name="Krasauskaitė Ugnė" userId="dbe9a6d3-80d0-4cdc-b180-3639bbb88ba5" providerId="ADAL" clId="{07B18557-A708-BB4C-BDBE-7183D1358208}" dt="2021-02-02T06:55:01.176" v="854" actId="478"/>
            <ac:picMkLst>
              <pc:docMk/>
              <pc:sldMasterMk cId="2010401343" sldId="2147483648"/>
              <pc:sldLayoutMk cId="3796437252" sldId="2147483717"/>
              <ac:picMk id="10" creationId="{6B7DEC24-8D93-6D48-A79C-7BDDFFA2B161}"/>
            </ac:picMkLst>
          </pc:picChg>
          <pc:picChg chg="del">
            <ac:chgData name="Krasauskaitė Ugnė" userId="dbe9a6d3-80d0-4cdc-b180-3639bbb88ba5" providerId="ADAL" clId="{07B18557-A708-BB4C-BDBE-7183D1358208}" dt="2021-02-02T06:54:52.743" v="853" actId="478"/>
            <ac:picMkLst>
              <pc:docMk/>
              <pc:sldMasterMk cId="2010401343" sldId="2147483648"/>
              <pc:sldLayoutMk cId="3796437252" sldId="2147483717"/>
              <ac:picMk id="16" creationId="{A7015AA5-A63A-AA42-ACD1-300F08FBDCD4}"/>
            </ac:picMkLst>
          </pc:picChg>
        </pc:sldLayoutChg>
        <pc:sldLayoutChg chg="addSp delSp modSp add mod modTransition setBg">
          <pc:chgData name="Krasauskaitė Ugnė" userId="dbe9a6d3-80d0-4cdc-b180-3639bbb88ba5" providerId="ADAL" clId="{07B18557-A708-BB4C-BDBE-7183D1358208}" dt="2021-02-02T07:41:28.211" v="1297" actId="6014"/>
          <pc:sldLayoutMkLst>
            <pc:docMk/>
            <pc:sldMasterMk cId="2010401343" sldId="2147483648"/>
            <pc:sldLayoutMk cId="2153394625" sldId="2147483718"/>
          </pc:sldLayoutMkLst>
          <pc:spChg chg="add del mod">
            <ac:chgData name="Krasauskaitė Ugnė" userId="dbe9a6d3-80d0-4cdc-b180-3639bbb88ba5" providerId="ADAL" clId="{07B18557-A708-BB4C-BDBE-7183D1358208}" dt="2021-02-02T07:24:08.209" v="1150"/>
            <ac:spMkLst>
              <pc:docMk/>
              <pc:sldMasterMk cId="2010401343" sldId="2147483648"/>
              <pc:sldLayoutMk cId="2153394625" sldId="2147483718"/>
              <ac:spMk id="2" creationId="{B1C055EE-63ED-D54F-BBFF-BB1FBB01CCD1}"/>
            </ac:spMkLst>
          </pc:spChg>
          <pc:spChg chg="add mod">
            <ac:chgData name="Krasauskaitė Ugnė" userId="dbe9a6d3-80d0-4cdc-b180-3639bbb88ba5" providerId="ADAL" clId="{07B18557-A708-BB4C-BDBE-7183D1358208}" dt="2021-02-02T07:24:16.605" v="1152" actId="207"/>
            <ac:spMkLst>
              <pc:docMk/>
              <pc:sldMasterMk cId="2010401343" sldId="2147483648"/>
              <pc:sldLayoutMk cId="2153394625" sldId="2147483718"/>
              <ac:spMk id="8" creationId="{89A93297-600A-0145-80AA-A90D2242E4D0}"/>
            </ac:spMkLst>
          </pc:spChg>
          <pc:spChg chg="mod">
            <ac:chgData name="Krasauskaitė Ugnė" userId="dbe9a6d3-80d0-4cdc-b180-3639bbb88ba5" providerId="ADAL" clId="{07B18557-A708-BB4C-BDBE-7183D1358208}" dt="2021-02-02T06:59:48.807" v="899" actId="207"/>
            <ac:spMkLst>
              <pc:docMk/>
              <pc:sldMasterMk cId="2010401343" sldId="2147483648"/>
              <pc:sldLayoutMk cId="2153394625" sldId="2147483718"/>
              <ac:spMk id="12" creationId="{56D8A384-C846-7641-BEB4-42006FEB5447}"/>
            </ac:spMkLst>
          </pc:spChg>
          <pc:spChg chg="mod">
            <ac:chgData name="Krasauskaitė Ugnė" userId="dbe9a6d3-80d0-4cdc-b180-3639bbb88ba5" providerId="ADAL" clId="{07B18557-A708-BB4C-BDBE-7183D1358208}" dt="2021-02-02T06:59:52.584" v="900" actId="207"/>
            <ac:spMkLst>
              <pc:docMk/>
              <pc:sldMasterMk cId="2010401343" sldId="2147483648"/>
              <pc:sldLayoutMk cId="2153394625" sldId="2147483718"/>
              <ac:spMk id="14" creationId="{F497E261-9388-AC42-BFA8-252592EA0D4A}"/>
            </ac:spMkLst>
          </pc:spChg>
          <pc:spChg chg="mod">
            <ac:chgData name="Krasauskaitė Ugnė" userId="dbe9a6d3-80d0-4cdc-b180-3639bbb88ba5" providerId="ADAL" clId="{07B18557-A708-BB4C-BDBE-7183D1358208}" dt="2021-02-02T07:00:20.654" v="906" actId="255"/>
            <ac:spMkLst>
              <pc:docMk/>
              <pc:sldMasterMk cId="2010401343" sldId="2147483648"/>
              <pc:sldLayoutMk cId="2153394625" sldId="2147483718"/>
              <ac:spMk id="17" creationId="{B5FF6581-2E75-F54C-AC74-4CFB308232A1}"/>
            </ac:spMkLst>
          </pc:spChg>
          <pc:spChg chg="mod">
            <ac:chgData name="Krasauskaitė Ugnė" userId="dbe9a6d3-80d0-4cdc-b180-3639bbb88ba5" providerId="ADAL" clId="{07B18557-A708-BB4C-BDBE-7183D1358208}" dt="2021-02-02T06:59:57.658" v="901" actId="207"/>
            <ac:spMkLst>
              <pc:docMk/>
              <pc:sldMasterMk cId="2010401343" sldId="2147483648"/>
              <pc:sldLayoutMk cId="2153394625" sldId="2147483718"/>
              <ac:spMk id="23" creationId="{2E6D4784-2EA3-C74A-80A6-6E53A345902F}"/>
            </ac:spMkLst>
          </pc:spChg>
          <pc:spChg chg="mod">
            <ac:chgData name="Krasauskaitė Ugnė" userId="dbe9a6d3-80d0-4cdc-b180-3639bbb88ba5" providerId="ADAL" clId="{07B18557-A708-BB4C-BDBE-7183D1358208}" dt="2021-02-02T07:00:20.654" v="906" actId="255"/>
            <ac:spMkLst>
              <pc:docMk/>
              <pc:sldMasterMk cId="2010401343" sldId="2147483648"/>
              <pc:sldLayoutMk cId="2153394625" sldId="2147483718"/>
              <ac:spMk id="25" creationId="{5592035A-2271-5843-9AF4-E3E9FDCF0139}"/>
            </ac:spMkLst>
          </pc:spChg>
        </pc:sldLayoutChg>
        <pc:sldLayoutChg chg="addSp delSp modSp add mod modTransition setBg">
          <pc:chgData name="Krasauskaitė Ugnė" userId="dbe9a6d3-80d0-4cdc-b180-3639bbb88ba5" providerId="ADAL" clId="{07B18557-A708-BB4C-BDBE-7183D1358208}" dt="2021-02-02T07:41:40.570" v="1298" actId="6014"/>
          <pc:sldLayoutMkLst>
            <pc:docMk/>
            <pc:sldMasterMk cId="2010401343" sldId="2147483648"/>
            <pc:sldLayoutMk cId="2962774028" sldId="2147483719"/>
          </pc:sldLayoutMkLst>
          <pc:spChg chg="add del mod">
            <ac:chgData name="Krasauskaitė Ugnė" userId="dbe9a6d3-80d0-4cdc-b180-3639bbb88ba5" providerId="ADAL" clId="{07B18557-A708-BB4C-BDBE-7183D1358208}" dt="2021-02-02T07:03:30.923" v="948" actId="478"/>
            <ac:spMkLst>
              <pc:docMk/>
              <pc:sldMasterMk cId="2010401343" sldId="2147483648"/>
              <pc:sldLayoutMk cId="2962774028" sldId="2147483719"/>
              <ac:spMk id="3" creationId="{B9DBE1E0-E04E-CB49-BF50-B125165AC2D1}"/>
            </ac:spMkLst>
          </pc:spChg>
          <pc:spChg chg="add mod">
            <ac:chgData name="Krasauskaitė Ugnė" userId="dbe9a6d3-80d0-4cdc-b180-3639bbb88ba5" providerId="ADAL" clId="{07B18557-A708-BB4C-BDBE-7183D1358208}" dt="2021-02-02T07:03:17.387" v="943" actId="1076"/>
            <ac:spMkLst>
              <pc:docMk/>
              <pc:sldMasterMk cId="2010401343" sldId="2147483648"/>
              <pc:sldLayoutMk cId="2962774028" sldId="2147483719"/>
              <ac:spMk id="9" creationId="{75224FEE-B2A5-5B45-808C-F0B694341654}"/>
            </ac:spMkLst>
          </pc:spChg>
          <pc:spChg chg="add mod">
            <ac:chgData name="Krasauskaitė Ugnė" userId="dbe9a6d3-80d0-4cdc-b180-3639bbb88ba5" providerId="ADAL" clId="{07B18557-A708-BB4C-BDBE-7183D1358208}" dt="2021-02-02T07:03:17.387" v="943" actId="1076"/>
            <ac:spMkLst>
              <pc:docMk/>
              <pc:sldMasterMk cId="2010401343" sldId="2147483648"/>
              <pc:sldLayoutMk cId="2962774028" sldId="2147483719"/>
              <ac:spMk id="10" creationId="{B72BBEF3-610E-084B-8035-69D7E509C5AF}"/>
            </ac:spMkLst>
          </pc:spChg>
          <pc:spChg chg="add mod">
            <ac:chgData name="Krasauskaitė Ugnė" userId="dbe9a6d3-80d0-4cdc-b180-3639bbb88ba5" providerId="ADAL" clId="{07B18557-A708-BB4C-BDBE-7183D1358208}" dt="2021-02-02T07:03:15.983" v="942" actId="571"/>
            <ac:spMkLst>
              <pc:docMk/>
              <pc:sldMasterMk cId="2010401343" sldId="2147483648"/>
              <pc:sldLayoutMk cId="2962774028" sldId="2147483719"/>
              <ac:spMk id="11" creationId="{9EFD556E-C1A7-5645-9F10-11C2BCD82F9E}"/>
            </ac:spMkLst>
          </pc:spChg>
          <pc:spChg chg="del">
            <ac:chgData name="Krasauskaitė Ugnė" userId="dbe9a6d3-80d0-4cdc-b180-3639bbb88ba5" providerId="ADAL" clId="{07B18557-A708-BB4C-BDBE-7183D1358208}" dt="2021-02-02T07:00:44.130" v="910" actId="478"/>
            <ac:spMkLst>
              <pc:docMk/>
              <pc:sldMasterMk cId="2010401343" sldId="2147483648"/>
              <pc:sldLayoutMk cId="2962774028" sldId="2147483719"/>
              <ac:spMk id="12" creationId="{56D8A384-C846-7641-BEB4-42006FEB5447}"/>
            </ac:spMkLst>
          </pc:spChg>
          <pc:spChg chg="add mod">
            <ac:chgData name="Krasauskaitė Ugnė" userId="dbe9a6d3-80d0-4cdc-b180-3639bbb88ba5" providerId="ADAL" clId="{07B18557-A708-BB4C-BDBE-7183D1358208}" dt="2021-02-02T07:03:15.983" v="942" actId="571"/>
            <ac:spMkLst>
              <pc:docMk/>
              <pc:sldMasterMk cId="2010401343" sldId="2147483648"/>
              <pc:sldLayoutMk cId="2962774028" sldId="2147483719"/>
              <ac:spMk id="13" creationId="{11896EF0-9B26-EB47-AD17-2662ED0CC9C4}"/>
            </ac:spMkLst>
          </pc:spChg>
          <pc:spChg chg="del">
            <ac:chgData name="Krasauskaitė Ugnė" userId="dbe9a6d3-80d0-4cdc-b180-3639bbb88ba5" providerId="ADAL" clId="{07B18557-A708-BB4C-BDBE-7183D1358208}" dt="2021-02-02T07:00:44.130" v="910" actId="478"/>
            <ac:spMkLst>
              <pc:docMk/>
              <pc:sldMasterMk cId="2010401343" sldId="2147483648"/>
              <pc:sldLayoutMk cId="2962774028" sldId="2147483719"/>
              <ac:spMk id="14" creationId="{F497E261-9388-AC42-BFA8-252592EA0D4A}"/>
            </ac:spMkLst>
          </pc:spChg>
          <pc:spChg chg="add del mod">
            <ac:chgData name="Krasauskaitė Ugnė" userId="dbe9a6d3-80d0-4cdc-b180-3639bbb88ba5" providerId="ADAL" clId="{07B18557-A708-BB4C-BDBE-7183D1358208}" dt="2021-02-02T07:03:22.396" v="946" actId="478"/>
            <ac:spMkLst>
              <pc:docMk/>
              <pc:sldMasterMk cId="2010401343" sldId="2147483648"/>
              <pc:sldLayoutMk cId="2962774028" sldId="2147483719"/>
              <ac:spMk id="15" creationId="{23532C0B-D7E7-754E-9EE3-EDCFD78C0FE3}"/>
            </ac:spMkLst>
          </pc:spChg>
          <pc:spChg chg="add mod">
            <ac:chgData name="Krasauskaitė Ugnė" userId="dbe9a6d3-80d0-4cdc-b180-3639bbb88ba5" providerId="ADAL" clId="{07B18557-A708-BB4C-BDBE-7183D1358208}" dt="2021-02-02T07:03:27.002" v="947" actId="207"/>
            <ac:spMkLst>
              <pc:docMk/>
              <pc:sldMasterMk cId="2010401343" sldId="2147483648"/>
              <pc:sldLayoutMk cId="2962774028" sldId="2147483719"/>
              <ac:spMk id="16" creationId="{69113ABE-874B-0647-8AAD-DE5BA4A26CCF}"/>
            </ac:spMkLst>
          </pc:spChg>
          <pc:spChg chg="del">
            <ac:chgData name="Krasauskaitė Ugnė" userId="dbe9a6d3-80d0-4cdc-b180-3639bbb88ba5" providerId="ADAL" clId="{07B18557-A708-BB4C-BDBE-7183D1358208}" dt="2021-02-02T07:00:44.130" v="910" actId="478"/>
            <ac:spMkLst>
              <pc:docMk/>
              <pc:sldMasterMk cId="2010401343" sldId="2147483648"/>
              <pc:sldLayoutMk cId="2962774028" sldId="2147483719"/>
              <ac:spMk id="17" creationId="{B5FF6581-2E75-F54C-AC74-4CFB308232A1}"/>
            </ac:spMkLst>
          </pc:spChg>
          <pc:spChg chg="add mod">
            <ac:chgData name="Krasauskaitė Ugnė" userId="dbe9a6d3-80d0-4cdc-b180-3639bbb88ba5" providerId="ADAL" clId="{07B18557-A708-BB4C-BDBE-7183D1358208}" dt="2021-02-02T07:03:42.043" v="951" actId="1076"/>
            <ac:spMkLst>
              <pc:docMk/>
              <pc:sldMasterMk cId="2010401343" sldId="2147483648"/>
              <pc:sldLayoutMk cId="2962774028" sldId="2147483719"/>
              <ac:spMk id="18" creationId="{504E145C-81F0-8344-8DEA-9501D7BD7159}"/>
            </ac:spMkLst>
          </pc:spChg>
          <pc:spChg chg="add mod">
            <ac:chgData name="Krasauskaitė Ugnė" userId="dbe9a6d3-80d0-4cdc-b180-3639bbb88ba5" providerId="ADAL" clId="{07B18557-A708-BB4C-BDBE-7183D1358208}" dt="2021-02-02T07:04:00.965" v="953" actId="207"/>
            <ac:spMkLst>
              <pc:docMk/>
              <pc:sldMasterMk cId="2010401343" sldId="2147483648"/>
              <pc:sldLayoutMk cId="2962774028" sldId="2147483719"/>
              <ac:spMk id="19" creationId="{BAFEA5EF-7EB5-B242-B569-0521DECA7C5F}"/>
            </ac:spMkLst>
          </pc:spChg>
          <pc:spChg chg="add mod">
            <ac:chgData name="Krasauskaitė Ugnė" userId="dbe9a6d3-80d0-4cdc-b180-3639bbb88ba5" providerId="ADAL" clId="{07B18557-A708-BB4C-BDBE-7183D1358208}" dt="2021-02-02T07:03:46.132" v="952" actId="207"/>
            <ac:spMkLst>
              <pc:docMk/>
              <pc:sldMasterMk cId="2010401343" sldId="2147483648"/>
              <pc:sldLayoutMk cId="2962774028" sldId="2147483719"/>
              <ac:spMk id="20" creationId="{3E63EFE9-5010-3C45-ABA3-DB0AF79AC1EE}"/>
            </ac:spMkLst>
          </pc:spChg>
          <pc:spChg chg="del">
            <ac:chgData name="Krasauskaitė Ugnė" userId="dbe9a6d3-80d0-4cdc-b180-3639bbb88ba5" providerId="ADAL" clId="{07B18557-A708-BB4C-BDBE-7183D1358208}" dt="2021-02-02T07:00:44.130" v="910" actId="478"/>
            <ac:spMkLst>
              <pc:docMk/>
              <pc:sldMasterMk cId="2010401343" sldId="2147483648"/>
              <pc:sldLayoutMk cId="2962774028" sldId="2147483719"/>
              <ac:spMk id="23" creationId="{2E6D4784-2EA3-C74A-80A6-6E53A345902F}"/>
            </ac:spMkLst>
          </pc:spChg>
          <pc:spChg chg="del">
            <ac:chgData name="Krasauskaitė Ugnė" userId="dbe9a6d3-80d0-4cdc-b180-3639bbb88ba5" providerId="ADAL" clId="{07B18557-A708-BB4C-BDBE-7183D1358208}" dt="2021-02-02T07:00:44.130" v="910" actId="478"/>
            <ac:spMkLst>
              <pc:docMk/>
              <pc:sldMasterMk cId="2010401343" sldId="2147483648"/>
              <pc:sldLayoutMk cId="2962774028" sldId="2147483719"/>
              <ac:spMk id="25" creationId="{5592035A-2271-5843-9AF4-E3E9FDCF0139}"/>
            </ac:spMkLst>
          </pc:spChg>
          <pc:picChg chg="add del mod">
            <ac:chgData name="Krasauskaitė Ugnė" userId="dbe9a6d3-80d0-4cdc-b180-3639bbb88ba5" providerId="ADAL" clId="{07B18557-A708-BB4C-BDBE-7183D1358208}" dt="2021-02-02T07:01:45.559" v="923" actId="478"/>
            <ac:picMkLst>
              <pc:docMk/>
              <pc:sldMasterMk cId="2010401343" sldId="2147483648"/>
              <pc:sldLayoutMk cId="2962774028" sldId="2147483719"/>
              <ac:picMk id="2" creationId="{86983450-5042-BF4B-BB14-1C1668A70614}"/>
            </ac:picMkLst>
          </pc:picChg>
        </pc:sldLayoutChg>
        <pc:sldLayoutChg chg="modSp add mod modTransition">
          <pc:chgData name="Krasauskaitė Ugnė" userId="dbe9a6d3-80d0-4cdc-b180-3639bbb88ba5" providerId="ADAL" clId="{07B18557-A708-BB4C-BDBE-7183D1358208}" dt="2021-02-02T07:47:33.464" v="1351" actId="6014"/>
          <pc:sldLayoutMkLst>
            <pc:docMk/>
            <pc:sldMasterMk cId="2010401343" sldId="2147483648"/>
            <pc:sldLayoutMk cId="236036594" sldId="2147483720"/>
          </pc:sldLayoutMkLst>
          <pc:spChg chg="mod">
            <ac:chgData name="Krasauskaitė Ugnė" userId="dbe9a6d3-80d0-4cdc-b180-3639bbb88ba5" providerId="ADAL" clId="{07B18557-A708-BB4C-BDBE-7183D1358208}" dt="2021-02-02T07:04:45.809" v="956" actId="1076"/>
            <ac:spMkLst>
              <pc:docMk/>
              <pc:sldMasterMk cId="2010401343" sldId="2147483648"/>
              <pc:sldLayoutMk cId="236036594" sldId="2147483720"/>
              <ac:spMk id="9" creationId="{75224FEE-B2A5-5B45-808C-F0B694341654}"/>
            </ac:spMkLst>
          </pc:spChg>
          <pc:spChg chg="mod">
            <ac:chgData name="Krasauskaitė Ugnė" userId="dbe9a6d3-80d0-4cdc-b180-3639bbb88ba5" providerId="ADAL" clId="{07B18557-A708-BB4C-BDBE-7183D1358208}" dt="2021-02-02T07:05:12.656" v="960" actId="207"/>
            <ac:spMkLst>
              <pc:docMk/>
              <pc:sldMasterMk cId="2010401343" sldId="2147483648"/>
              <pc:sldLayoutMk cId="236036594" sldId="2147483720"/>
              <ac:spMk id="10" creationId="{B72BBEF3-610E-084B-8035-69D7E509C5AF}"/>
            </ac:spMkLst>
          </pc:spChg>
          <pc:spChg chg="mod">
            <ac:chgData name="Krasauskaitė Ugnė" userId="dbe9a6d3-80d0-4cdc-b180-3639bbb88ba5" providerId="ADAL" clId="{07B18557-A708-BB4C-BDBE-7183D1358208}" dt="2021-02-02T07:05:04.358" v="959" actId="207"/>
            <ac:spMkLst>
              <pc:docMk/>
              <pc:sldMasterMk cId="2010401343" sldId="2147483648"/>
              <pc:sldLayoutMk cId="236036594" sldId="2147483720"/>
              <ac:spMk id="16" creationId="{69113ABE-874B-0647-8AAD-DE5BA4A26CCF}"/>
            </ac:spMkLst>
          </pc:spChg>
          <pc:spChg chg="mod">
            <ac:chgData name="Krasauskaitė Ugnė" userId="dbe9a6d3-80d0-4cdc-b180-3639bbb88ba5" providerId="ADAL" clId="{07B18557-A708-BB4C-BDBE-7183D1358208}" dt="2021-02-02T07:04:56.719" v="958" actId="167"/>
            <ac:spMkLst>
              <pc:docMk/>
              <pc:sldMasterMk cId="2010401343" sldId="2147483648"/>
              <pc:sldLayoutMk cId="236036594" sldId="2147483720"/>
              <ac:spMk id="18" creationId="{504E145C-81F0-8344-8DEA-9501D7BD7159}"/>
            </ac:spMkLst>
          </pc:spChg>
          <pc:spChg chg="mod">
            <ac:chgData name="Krasauskaitė Ugnė" userId="dbe9a6d3-80d0-4cdc-b180-3639bbb88ba5" providerId="ADAL" clId="{07B18557-A708-BB4C-BDBE-7183D1358208}" dt="2021-02-02T07:05:04.358" v="959" actId="207"/>
            <ac:spMkLst>
              <pc:docMk/>
              <pc:sldMasterMk cId="2010401343" sldId="2147483648"/>
              <pc:sldLayoutMk cId="236036594" sldId="2147483720"/>
              <ac:spMk id="19" creationId="{BAFEA5EF-7EB5-B242-B569-0521DECA7C5F}"/>
            </ac:spMkLst>
          </pc:spChg>
          <pc:spChg chg="mod">
            <ac:chgData name="Krasauskaitė Ugnė" userId="dbe9a6d3-80d0-4cdc-b180-3639bbb88ba5" providerId="ADAL" clId="{07B18557-A708-BB4C-BDBE-7183D1358208}" dt="2021-02-02T07:05:12.656" v="960" actId="207"/>
            <ac:spMkLst>
              <pc:docMk/>
              <pc:sldMasterMk cId="2010401343" sldId="2147483648"/>
              <pc:sldLayoutMk cId="236036594" sldId="2147483720"/>
              <ac:spMk id="20" creationId="{3E63EFE9-5010-3C45-ABA3-DB0AF79AC1EE}"/>
            </ac:spMkLst>
          </pc:spChg>
        </pc:sldLayoutChg>
        <pc:sldLayoutChg chg="addSp delSp modSp add del mod modTransition setBg">
          <pc:chgData name="Krasauskaitė Ugnė" userId="dbe9a6d3-80d0-4cdc-b180-3639bbb88ba5" providerId="ADAL" clId="{07B18557-A708-BB4C-BDBE-7183D1358208}" dt="2021-02-02T07:47:14.044" v="1349" actId="2696"/>
          <pc:sldLayoutMkLst>
            <pc:docMk/>
            <pc:sldMasterMk cId="2010401343" sldId="2147483648"/>
            <pc:sldLayoutMk cId="1608928890" sldId="2147483721"/>
          </pc:sldLayoutMkLst>
          <pc:spChg chg="del">
            <ac:chgData name="Krasauskaitė Ugnė" userId="dbe9a6d3-80d0-4cdc-b180-3639bbb88ba5" providerId="ADAL" clId="{07B18557-A708-BB4C-BDBE-7183D1358208}" dt="2021-02-02T07:05:27.075" v="963" actId="478"/>
            <ac:spMkLst>
              <pc:docMk/>
              <pc:sldMasterMk cId="2010401343" sldId="2147483648"/>
              <pc:sldLayoutMk cId="1608928890" sldId="2147483721"/>
              <ac:spMk id="9" creationId="{75224FEE-B2A5-5B45-808C-F0B694341654}"/>
            </ac:spMkLst>
          </pc:spChg>
          <pc:spChg chg="mod">
            <ac:chgData name="Krasauskaitė Ugnė" userId="dbe9a6d3-80d0-4cdc-b180-3639bbb88ba5" providerId="ADAL" clId="{07B18557-A708-BB4C-BDBE-7183D1358208}" dt="2021-02-02T07:05:31.232" v="964" actId="207"/>
            <ac:spMkLst>
              <pc:docMk/>
              <pc:sldMasterMk cId="2010401343" sldId="2147483648"/>
              <pc:sldLayoutMk cId="1608928890" sldId="2147483721"/>
              <ac:spMk id="10" creationId="{B72BBEF3-610E-084B-8035-69D7E509C5AF}"/>
            </ac:spMkLst>
          </pc:spChg>
          <pc:spChg chg="add del mod">
            <ac:chgData name="Krasauskaitė Ugnė" userId="dbe9a6d3-80d0-4cdc-b180-3639bbb88ba5" providerId="ADAL" clId="{07B18557-A708-BB4C-BDBE-7183D1358208}" dt="2021-02-02T07:10:20.292" v="973"/>
            <ac:spMkLst>
              <pc:docMk/>
              <pc:sldMasterMk cId="2010401343" sldId="2147483648"/>
              <pc:sldLayoutMk cId="1608928890" sldId="2147483721"/>
              <ac:spMk id="11" creationId="{656D627B-1CCC-BA40-B674-6C781F1A0024}"/>
            </ac:spMkLst>
          </pc:spChg>
          <pc:spChg chg="mod">
            <ac:chgData name="Krasauskaitė Ugnė" userId="dbe9a6d3-80d0-4cdc-b180-3639bbb88ba5" providerId="ADAL" clId="{07B18557-A708-BB4C-BDBE-7183D1358208}" dt="2021-02-02T07:05:31.232" v="964" actId="207"/>
            <ac:spMkLst>
              <pc:docMk/>
              <pc:sldMasterMk cId="2010401343" sldId="2147483648"/>
              <pc:sldLayoutMk cId="1608928890" sldId="2147483721"/>
              <ac:spMk id="16" creationId="{69113ABE-874B-0647-8AAD-DE5BA4A26CCF}"/>
            </ac:spMkLst>
          </pc:spChg>
          <pc:spChg chg="del">
            <ac:chgData name="Krasauskaitė Ugnė" userId="dbe9a6d3-80d0-4cdc-b180-3639bbb88ba5" providerId="ADAL" clId="{07B18557-A708-BB4C-BDBE-7183D1358208}" dt="2021-02-02T07:05:26.255" v="962" actId="478"/>
            <ac:spMkLst>
              <pc:docMk/>
              <pc:sldMasterMk cId="2010401343" sldId="2147483648"/>
              <pc:sldLayoutMk cId="1608928890" sldId="2147483721"/>
              <ac:spMk id="18" creationId="{504E145C-81F0-8344-8DEA-9501D7BD7159}"/>
            </ac:spMkLst>
          </pc:spChg>
          <pc:spChg chg="mod">
            <ac:chgData name="Krasauskaitė Ugnė" userId="dbe9a6d3-80d0-4cdc-b180-3639bbb88ba5" providerId="ADAL" clId="{07B18557-A708-BB4C-BDBE-7183D1358208}" dt="2021-02-02T07:05:31.232" v="964" actId="207"/>
            <ac:spMkLst>
              <pc:docMk/>
              <pc:sldMasterMk cId="2010401343" sldId="2147483648"/>
              <pc:sldLayoutMk cId="1608928890" sldId="2147483721"/>
              <ac:spMk id="19" creationId="{BAFEA5EF-7EB5-B242-B569-0521DECA7C5F}"/>
            </ac:spMkLst>
          </pc:spChg>
          <pc:spChg chg="mod">
            <ac:chgData name="Krasauskaitė Ugnė" userId="dbe9a6d3-80d0-4cdc-b180-3639bbb88ba5" providerId="ADAL" clId="{07B18557-A708-BB4C-BDBE-7183D1358208}" dt="2021-02-02T07:05:31.232" v="964" actId="207"/>
            <ac:spMkLst>
              <pc:docMk/>
              <pc:sldMasterMk cId="2010401343" sldId="2147483648"/>
              <pc:sldLayoutMk cId="1608928890" sldId="2147483721"/>
              <ac:spMk id="20" creationId="{3E63EFE9-5010-3C45-ABA3-DB0AF79AC1EE}"/>
            </ac:spMkLst>
          </pc:spChg>
          <pc:picChg chg="add del">
            <ac:chgData name="Krasauskaitė Ugnė" userId="dbe9a6d3-80d0-4cdc-b180-3639bbb88ba5" providerId="ADAL" clId="{07B18557-A708-BB4C-BDBE-7183D1358208}" dt="2021-02-02T07:09:24.780" v="967" actId="478"/>
            <ac:picMkLst>
              <pc:docMk/>
              <pc:sldMasterMk cId="2010401343" sldId="2147483648"/>
              <pc:sldLayoutMk cId="1608928890" sldId="2147483721"/>
              <ac:picMk id="2" creationId="{E35EA3BD-FC93-A64B-BD32-265CC3A8483B}"/>
            </ac:picMkLst>
          </pc:picChg>
          <pc:picChg chg="add">
            <ac:chgData name="Krasauskaitė Ugnė" userId="dbe9a6d3-80d0-4cdc-b180-3639bbb88ba5" providerId="ADAL" clId="{07B18557-A708-BB4C-BDBE-7183D1358208}" dt="2021-02-02T07:09:25.596" v="968"/>
            <ac:picMkLst>
              <pc:docMk/>
              <pc:sldMasterMk cId="2010401343" sldId="2147483648"/>
              <pc:sldLayoutMk cId="1608928890" sldId="2147483721"/>
              <ac:picMk id="3" creationId="{2BC74FC8-653D-6C4D-BBBD-3FB72EAF0D5F}"/>
            </ac:picMkLst>
          </pc:picChg>
        </pc:sldLayoutChg>
        <pc:sldLayoutChg chg="add del mod modTransition">
          <pc:chgData name="Krasauskaitė Ugnė" userId="dbe9a6d3-80d0-4cdc-b180-3639bbb88ba5" providerId="ADAL" clId="{07B18557-A708-BB4C-BDBE-7183D1358208}" dt="2021-02-02T07:09:44.121" v="970" actId="2890"/>
          <pc:sldLayoutMkLst>
            <pc:docMk/>
            <pc:sldMasterMk cId="2010401343" sldId="2147483648"/>
            <pc:sldLayoutMk cId="3024301400" sldId="2147483722"/>
          </pc:sldLayoutMkLst>
        </pc:sldLayoutChg>
        <pc:sldLayoutChg chg="addSp delSp modSp add del mod modTransition">
          <pc:chgData name="Krasauskaitė Ugnė" userId="dbe9a6d3-80d0-4cdc-b180-3639bbb88ba5" providerId="ADAL" clId="{07B18557-A708-BB4C-BDBE-7183D1358208}" dt="2021-02-02T07:40:52.941" v="1294" actId="2696"/>
          <pc:sldLayoutMkLst>
            <pc:docMk/>
            <pc:sldMasterMk cId="2010401343" sldId="2147483648"/>
            <pc:sldLayoutMk cId="3942808021" sldId="2147483722"/>
          </pc:sldLayoutMkLst>
          <pc:spChg chg="add mod">
            <ac:chgData name="Krasauskaitė Ugnė" userId="dbe9a6d3-80d0-4cdc-b180-3639bbb88ba5" providerId="ADAL" clId="{07B18557-A708-BB4C-BDBE-7183D1358208}" dt="2021-02-02T07:11:19.817" v="979" actId="571"/>
            <ac:spMkLst>
              <pc:docMk/>
              <pc:sldMasterMk cId="2010401343" sldId="2147483648"/>
              <pc:sldLayoutMk cId="3942808021" sldId="2147483722"/>
              <ac:spMk id="11" creationId="{B74CE864-78FC-D34C-AB42-86A42732B7E3}"/>
            </ac:spMkLst>
          </pc:spChg>
          <pc:spChg chg="add mod">
            <ac:chgData name="Krasauskaitė Ugnė" userId="dbe9a6d3-80d0-4cdc-b180-3639bbb88ba5" providerId="ADAL" clId="{07B18557-A708-BB4C-BDBE-7183D1358208}" dt="2021-02-02T07:11:19.817" v="979" actId="571"/>
            <ac:spMkLst>
              <pc:docMk/>
              <pc:sldMasterMk cId="2010401343" sldId="2147483648"/>
              <pc:sldLayoutMk cId="3942808021" sldId="2147483722"/>
              <ac:spMk id="12" creationId="{E7E5F0C7-FE59-2D4C-8891-9014D1B0D489}"/>
            </ac:spMkLst>
          </pc:spChg>
          <pc:spChg chg="mod">
            <ac:chgData name="Krasauskaitė Ugnė" userId="dbe9a6d3-80d0-4cdc-b180-3639bbb88ba5" providerId="ADAL" clId="{07B18557-A708-BB4C-BDBE-7183D1358208}" dt="2021-02-02T07:11:42.894" v="983" actId="207"/>
            <ac:spMkLst>
              <pc:docMk/>
              <pc:sldMasterMk cId="2010401343" sldId="2147483648"/>
              <pc:sldLayoutMk cId="3942808021" sldId="2147483722"/>
              <ac:spMk id="13" creationId="{DCD1856C-F327-BF49-A715-D3258E845AB5}"/>
            </ac:spMkLst>
          </pc:spChg>
          <pc:spChg chg="add del mod">
            <ac:chgData name="Krasauskaitė Ugnė" userId="dbe9a6d3-80d0-4cdc-b180-3639bbb88ba5" providerId="ADAL" clId="{07B18557-A708-BB4C-BDBE-7183D1358208}" dt="2021-02-02T07:11:56.074" v="986" actId="478"/>
            <ac:spMkLst>
              <pc:docMk/>
              <pc:sldMasterMk cId="2010401343" sldId="2147483648"/>
              <pc:sldLayoutMk cId="3942808021" sldId="2147483722"/>
              <ac:spMk id="14" creationId="{7DDD2E52-0E1E-E143-A539-64F521CF2883}"/>
            </ac:spMkLst>
          </pc:spChg>
          <pc:spChg chg="add del mod">
            <ac:chgData name="Krasauskaitė Ugnė" userId="dbe9a6d3-80d0-4cdc-b180-3639bbb88ba5" providerId="ADAL" clId="{07B18557-A708-BB4C-BDBE-7183D1358208}" dt="2021-02-02T07:11:56.074" v="986" actId="478"/>
            <ac:spMkLst>
              <pc:docMk/>
              <pc:sldMasterMk cId="2010401343" sldId="2147483648"/>
              <pc:sldLayoutMk cId="3942808021" sldId="2147483722"/>
              <ac:spMk id="15" creationId="{9FE805C2-8010-6142-9DC9-36CBA20F89FC}"/>
            </ac:spMkLst>
          </pc:spChg>
          <pc:spChg chg="add mod">
            <ac:chgData name="Krasauskaitė Ugnė" userId="dbe9a6d3-80d0-4cdc-b180-3639bbb88ba5" providerId="ADAL" clId="{07B18557-A708-BB4C-BDBE-7183D1358208}" dt="2021-02-02T07:12:23.420" v="1022" actId="1037"/>
            <ac:spMkLst>
              <pc:docMk/>
              <pc:sldMasterMk cId="2010401343" sldId="2147483648"/>
              <pc:sldLayoutMk cId="3942808021" sldId="2147483722"/>
              <ac:spMk id="17" creationId="{7D9CDE45-A6A7-984E-8092-11427C926573}"/>
            </ac:spMkLst>
          </pc:spChg>
          <pc:spChg chg="add mod">
            <ac:chgData name="Krasauskaitė Ugnė" userId="dbe9a6d3-80d0-4cdc-b180-3639bbb88ba5" providerId="ADAL" clId="{07B18557-A708-BB4C-BDBE-7183D1358208}" dt="2021-02-02T07:12:23.420" v="1022" actId="1037"/>
            <ac:spMkLst>
              <pc:docMk/>
              <pc:sldMasterMk cId="2010401343" sldId="2147483648"/>
              <pc:sldLayoutMk cId="3942808021" sldId="2147483722"/>
              <ac:spMk id="18" creationId="{A01C1E10-F8BA-9841-A981-0B3A6F8ACBE2}"/>
            </ac:spMkLst>
          </pc:spChg>
          <pc:spChg chg="del">
            <ac:chgData name="Krasauskaitė Ugnė" userId="dbe9a6d3-80d0-4cdc-b180-3639bbb88ba5" providerId="ADAL" clId="{07B18557-A708-BB4C-BDBE-7183D1358208}" dt="2021-02-02T07:23:36.838" v="1141" actId="478"/>
            <ac:spMkLst>
              <pc:docMk/>
              <pc:sldMasterMk cId="2010401343" sldId="2147483648"/>
              <pc:sldLayoutMk cId="3942808021" sldId="2147483722"/>
              <ac:spMk id="20" creationId="{0DA89282-BC77-374F-8ABF-0748E20950C4}"/>
            </ac:spMkLst>
          </pc:spChg>
          <pc:spChg chg="mod">
            <ac:chgData name="Krasauskaitė Ugnė" userId="dbe9a6d3-80d0-4cdc-b180-3639bbb88ba5" providerId="ADAL" clId="{07B18557-A708-BB4C-BDBE-7183D1358208}" dt="2021-02-02T07:12:04.296" v="987" actId="14100"/>
            <ac:spMkLst>
              <pc:docMk/>
              <pc:sldMasterMk cId="2010401343" sldId="2147483648"/>
              <pc:sldLayoutMk cId="3942808021" sldId="2147483722"/>
              <ac:spMk id="21" creationId="{B4B86B12-DA76-274D-9D4F-46D64739DB84}"/>
            </ac:spMkLst>
          </pc:spChg>
          <pc:spChg chg="mod">
            <ac:chgData name="Krasauskaitė Ugnė" userId="dbe9a6d3-80d0-4cdc-b180-3639bbb88ba5" providerId="ADAL" clId="{07B18557-A708-BB4C-BDBE-7183D1358208}" dt="2021-02-02T07:12:04.296" v="987" actId="14100"/>
            <ac:spMkLst>
              <pc:docMk/>
              <pc:sldMasterMk cId="2010401343" sldId="2147483648"/>
              <pc:sldLayoutMk cId="3942808021" sldId="2147483722"/>
              <ac:spMk id="22" creationId="{587BF503-4657-4144-AE5A-7FC3C4A8467D}"/>
            </ac:spMkLst>
          </pc:spChg>
          <pc:spChg chg="add mod">
            <ac:chgData name="Krasauskaitė Ugnė" userId="dbe9a6d3-80d0-4cdc-b180-3639bbb88ba5" providerId="ADAL" clId="{07B18557-A708-BB4C-BDBE-7183D1358208}" dt="2021-02-02T07:23:37.289" v="1142"/>
            <ac:spMkLst>
              <pc:docMk/>
              <pc:sldMasterMk cId="2010401343" sldId="2147483648"/>
              <pc:sldLayoutMk cId="3942808021" sldId="2147483722"/>
              <ac:spMk id="23" creationId="{FAFCCF0F-02F4-FD46-A9D5-DA8EEC1CE04D}"/>
            </ac:spMkLst>
          </pc:spChg>
        </pc:sldLayoutChg>
        <pc:sldLayoutChg chg="addSp delSp modSp add mod modTransition setBg">
          <pc:chgData name="Krasauskaitė Ugnė" userId="dbe9a6d3-80d0-4cdc-b180-3639bbb88ba5" providerId="ADAL" clId="{07B18557-A708-BB4C-BDBE-7183D1358208}" dt="2021-02-02T07:40:04.015" v="1289" actId="6014"/>
          <pc:sldLayoutMkLst>
            <pc:docMk/>
            <pc:sldMasterMk cId="2010401343" sldId="2147483648"/>
            <pc:sldLayoutMk cId="149757217" sldId="2147483723"/>
          </pc:sldLayoutMkLst>
          <pc:spChg chg="mod">
            <ac:chgData name="Krasauskaitė Ugnė" userId="dbe9a6d3-80d0-4cdc-b180-3639bbb88ba5" providerId="ADAL" clId="{07B18557-A708-BB4C-BDBE-7183D1358208}" dt="2021-02-02T07:13:08.033" v="1037" actId="207"/>
            <ac:spMkLst>
              <pc:docMk/>
              <pc:sldMasterMk cId="2010401343" sldId="2147483648"/>
              <pc:sldLayoutMk cId="149757217" sldId="2147483723"/>
              <ac:spMk id="13" creationId="{DCD1856C-F327-BF49-A715-D3258E845AB5}"/>
            </ac:spMkLst>
          </pc:spChg>
          <pc:spChg chg="add mod">
            <ac:chgData name="Krasauskaitė Ugnė" userId="dbe9a6d3-80d0-4cdc-b180-3639bbb88ba5" providerId="ADAL" clId="{07B18557-A708-BB4C-BDBE-7183D1358208}" dt="2021-02-02T07:23:33.170" v="1140" actId="207"/>
            <ac:spMkLst>
              <pc:docMk/>
              <pc:sldMasterMk cId="2010401343" sldId="2147483648"/>
              <pc:sldLayoutMk cId="149757217" sldId="2147483723"/>
              <ac:spMk id="17" creationId="{0FAEFB1A-435A-D349-AF5F-08B370B8F014}"/>
            </ac:spMkLst>
          </pc:spChg>
          <pc:spChg chg="mod">
            <ac:chgData name="Krasauskaitė Ugnė" userId="dbe9a6d3-80d0-4cdc-b180-3639bbb88ba5" providerId="ADAL" clId="{07B18557-A708-BB4C-BDBE-7183D1358208}" dt="2021-02-02T07:13:28.495" v="1038" actId="207"/>
            <ac:spMkLst>
              <pc:docMk/>
              <pc:sldMasterMk cId="2010401343" sldId="2147483648"/>
              <pc:sldLayoutMk cId="149757217" sldId="2147483723"/>
              <ac:spMk id="19" creationId="{CD1AB869-1A97-C74F-B22C-8C4A3C855317}"/>
            </ac:spMkLst>
          </pc:spChg>
          <pc:spChg chg="del mod">
            <ac:chgData name="Krasauskaitė Ugnė" userId="dbe9a6d3-80d0-4cdc-b180-3639bbb88ba5" providerId="ADAL" clId="{07B18557-A708-BB4C-BDBE-7183D1358208}" dt="2021-02-02T07:23:29.159" v="1137" actId="478"/>
            <ac:spMkLst>
              <pc:docMk/>
              <pc:sldMasterMk cId="2010401343" sldId="2147483648"/>
              <pc:sldLayoutMk cId="149757217" sldId="2147483723"/>
              <ac:spMk id="20" creationId="{0DA89282-BC77-374F-8ABF-0748E20950C4}"/>
            </ac:spMkLst>
          </pc:spChg>
          <pc:spChg chg="mod">
            <ac:chgData name="Krasauskaitė Ugnė" userId="dbe9a6d3-80d0-4cdc-b180-3639bbb88ba5" providerId="ADAL" clId="{07B18557-A708-BB4C-BDBE-7183D1358208}" dt="2021-02-02T07:13:28.495" v="1038" actId="207"/>
            <ac:spMkLst>
              <pc:docMk/>
              <pc:sldMasterMk cId="2010401343" sldId="2147483648"/>
              <pc:sldLayoutMk cId="149757217" sldId="2147483723"/>
              <ac:spMk id="21" creationId="{B4B86B12-DA76-274D-9D4F-46D64739DB84}"/>
            </ac:spMkLst>
          </pc:spChg>
          <pc:spChg chg="mod">
            <ac:chgData name="Krasauskaitė Ugnė" userId="dbe9a6d3-80d0-4cdc-b180-3639bbb88ba5" providerId="ADAL" clId="{07B18557-A708-BB4C-BDBE-7183D1358208}" dt="2021-02-02T07:13:28.495" v="1038" actId="207"/>
            <ac:spMkLst>
              <pc:docMk/>
              <pc:sldMasterMk cId="2010401343" sldId="2147483648"/>
              <pc:sldLayoutMk cId="149757217" sldId="2147483723"/>
              <ac:spMk id="22" creationId="{587BF503-4657-4144-AE5A-7FC3C4A8467D}"/>
            </ac:spMkLst>
          </pc:spChg>
          <pc:picChg chg="add del mod">
            <ac:chgData name="Krasauskaitė Ugnė" userId="dbe9a6d3-80d0-4cdc-b180-3639bbb88ba5" providerId="ADAL" clId="{07B18557-A708-BB4C-BDBE-7183D1358208}" dt="2021-02-02T07:14:43.971" v="1051" actId="478"/>
            <ac:picMkLst>
              <pc:docMk/>
              <pc:sldMasterMk cId="2010401343" sldId="2147483648"/>
              <pc:sldLayoutMk cId="149757217" sldId="2147483723"/>
              <ac:picMk id="2" creationId="{5BB6DD7D-2F0C-1544-AADE-A5CE16FE41EC}"/>
            </ac:picMkLst>
          </pc:picChg>
          <pc:picChg chg="add del mod">
            <ac:chgData name="Krasauskaitė Ugnė" userId="dbe9a6d3-80d0-4cdc-b180-3639bbb88ba5" providerId="ADAL" clId="{07B18557-A708-BB4C-BDBE-7183D1358208}" dt="2021-02-02T07:15:10.930" v="1056" actId="478"/>
            <ac:picMkLst>
              <pc:docMk/>
              <pc:sldMasterMk cId="2010401343" sldId="2147483648"/>
              <pc:sldLayoutMk cId="149757217" sldId="2147483723"/>
              <ac:picMk id="3" creationId="{9673E921-7916-6B4A-91F8-0EF04A02A2CB}"/>
            </ac:picMkLst>
          </pc:picChg>
          <pc:picChg chg="add del mod">
            <ac:chgData name="Krasauskaitė Ugnė" userId="dbe9a6d3-80d0-4cdc-b180-3639bbb88ba5" providerId="ADAL" clId="{07B18557-A708-BB4C-BDBE-7183D1358208}" dt="2021-02-02T07:15:40.329" v="1061" actId="478"/>
            <ac:picMkLst>
              <pc:docMk/>
              <pc:sldMasterMk cId="2010401343" sldId="2147483648"/>
              <pc:sldLayoutMk cId="149757217" sldId="2147483723"/>
              <ac:picMk id="4" creationId="{2D75F3E0-9ED5-3641-A027-C455937E1668}"/>
            </ac:picMkLst>
          </pc:picChg>
          <pc:picChg chg="del mod">
            <ac:chgData name="Krasauskaitė Ugnė" userId="dbe9a6d3-80d0-4cdc-b180-3639bbb88ba5" providerId="ADAL" clId="{07B18557-A708-BB4C-BDBE-7183D1358208}" dt="2021-02-02T07:14:44.839" v="1052" actId="478"/>
            <ac:picMkLst>
              <pc:docMk/>
              <pc:sldMasterMk cId="2010401343" sldId="2147483648"/>
              <pc:sldLayoutMk cId="149757217" sldId="2147483723"/>
              <ac:picMk id="9" creationId="{4D8CDB32-0CED-6046-8707-787BADF4DEFD}"/>
            </ac:picMkLst>
          </pc:picChg>
          <pc:picChg chg="del">
            <ac:chgData name="Krasauskaitė Ugnė" userId="dbe9a6d3-80d0-4cdc-b180-3639bbb88ba5" providerId="ADAL" clId="{07B18557-A708-BB4C-BDBE-7183D1358208}" dt="2021-02-02T07:15:12.030" v="1057" actId="478"/>
            <ac:picMkLst>
              <pc:docMk/>
              <pc:sldMasterMk cId="2010401343" sldId="2147483648"/>
              <pc:sldLayoutMk cId="149757217" sldId="2147483723"/>
              <ac:picMk id="10" creationId="{6B7DEC24-8D93-6D48-A79C-7BDDFFA2B161}"/>
            </ac:picMkLst>
          </pc:picChg>
          <pc:picChg chg="add mod">
            <ac:chgData name="Krasauskaitė Ugnė" userId="dbe9a6d3-80d0-4cdc-b180-3639bbb88ba5" providerId="ADAL" clId="{07B18557-A708-BB4C-BDBE-7183D1358208}" dt="2021-02-02T07:14:45.928" v="1053"/>
            <ac:picMkLst>
              <pc:docMk/>
              <pc:sldMasterMk cId="2010401343" sldId="2147483648"/>
              <pc:sldLayoutMk cId="149757217" sldId="2147483723"/>
              <ac:picMk id="11" creationId="{BC028207-03C6-EB4F-8087-70DFE414C3FB}"/>
            </ac:picMkLst>
          </pc:picChg>
          <pc:picChg chg="add mod">
            <ac:chgData name="Krasauskaitė Ugnė" userId="dbe9a6d3-80d0-4cdc-b180-3639bbb88ba5" providerId="ADAL" clId="{07B18557-A708-BB4C-BDBE-7183D1358208}" dt="2021-02-02T07:15:13.302" v="1058"/>
            <ac:picMkLst>
              <pc:docMk/>
              <pc:sldMasterMk cId="2010401343" sldId="2147483648"/>
              <pc:sldLayoutMk cId="149757217" sldId="2147483723"/>
              <ac:picMk id="14" creationId="{E8B3520C-4886-5844-B632-0EFDEEFA04BE}"/>
            </ac:picMkLst>
          </pc:picChg>
          <pc:picChg chg="add mod modCrop">
            <ac:chgData name="Krasauskaitė Ugnė" userId="dbe9a6d3-80d0-4cdc-b180-3639bbb88ba5" providerId="ADAL" clId="{07B18557-A708-BB4C-BDBE-7183D1358208}" dt="2021-02-02T07:15:50.556" v="1064" actId="732"/>
            <ac:picMkLst>
              <pc:docMk/>
              <pc:sldMasterMk cId="2010401343" sldId="2147483648"/>
              <pc:sldLayoutMk cId="149757217" sldId="2147483723"/>
              <ac:picMk id="15" creationId="{DBBDCAF9-A99D-AB48-B61A-DEA4A9FF6C9F}"/>
            </ac:picMkLst>
          </pc:picChg>
          <pc:picChg chg="del">
            <ac:chgData name="Krasauskaitė Ugnė" userId="dbe9a6d3-80d0-4cdc-b180-3639bbb88ba5" providerId="ADAL" clId="{07B18557-A708-BB4C-BDBE-7183D1358208}" dt="2021-02-02T07:15:41.247" v="1062" actId="478"/>
            <ac:picMkLst>
              <pc:docMk/>
              <pc:sldMasterMk cId="2010401343" sldId="2147483648"/>
              <pc:sldLayoutMk cId="149757217" sldId="2147483723"/>
              <ac:picMk id="16" creationId="{A7015AA5-A63A-AA42-ACD1-300F08FBDCD4}"/>
            </ac:picMkLst>
          </pc:picChg>
        </pc:sldLayoutChg>
        <pc:sldLayoutChg chg="addSp delSp modSp add del mod modTransition setBg">
          <pc:chgData name="Krasauskaitė Ugnė" userId="dbe9a6d3-80d0-4cdc-b180-3639bbb88ba5" providerId="ADAL" clId="{07B18557-A708-BB4C-BDBE-7183D1358208}" dt="2021-02-02T07:40:52.977" v="1295" actId="2696"/>
          <pc:sldLayoutMkLst>
            <pc:docMk/>
            <pc:sldMasterMk cId="2010401343" sldId="2147483648"/>
            <pc:sldLayoutMk cId="3666580966" sldId="2147483724"/>
          </pc:sldLayoutMkLst>
          <pc:spChg chg="add mod">
            <ac:chgData name="Krasauskaitė Ugnė" userId="dbe9a6d3-80d0-4cdc-b180-3639bbb88ba5" providerId="ADAL" clId="{07B18557-A708-BB4C-BDBE-7183D1358208}" dt="2021-02-02T07:17:17.778" v="1072"/>
            <ac:spMkLst>
              <pc:docMk/>
              <pc:sldMasterMk cId="2010401343" sldId="2147483648"/>
              <pc:sldLayoutMk cId="3666580966" sldId="2147483724"/>
              <ac:spMk id="12" creationId="{50E515E2-7668-514A-A0B4-AC7D06DDB5FE}"/>
            </ac:spMkLst>
          </pc:spChg>
          <pc:spChg chg="del">
            <ac:chgData name="Krasauskaitė Ugnė" userId="dbe9a6d3-80d0-4cdc-b180-3639bbb88ba5" providerId="ADAL" clId="{07B18557-A708-BB4C-BDBE-7183D1358208}" dt="2021-02-02T07:16:58.966" v="1069" actId="478"/>
            <ac:spMkLst>
              <pc:docMk/>
              <pc:sldMasterMk cId="2010401343" sldId="2147483648"/>
              <pc:sldLayoutMk cId="3666580966" sldId="2147483724"/>
              <ac:spMk id="13" creationId="{DCD1856C-F327-BF49-A715-D3258E845AB5}"/>
            </ac:spMkLst>
          </pc:spChg>
          <pc:spChg chg="add mod">
            <ac:chgData name="Krasauskaitė Ugnė" userId="dbe9a6d3-80d0-4cdc-b180-3639bbb88ba5" providerId="ADAL" clId="{07B18557-A708-BB4C-BDBE-7183D1358208}" dt="2021-02-02T07:17:17.778" v="1072"/>
            <ac:spMkLst>
              <pc:docMk/>
              <pc:sldMasterMk cId="2010401343" sldId="2147483648"/>
              <pc:sldLayoutMk cId="3666580966" sldId="2147483724"/>
              <ac:spMk id="14" creationId="{514F5ED2-184B-FF44-963D-AD51B425DD2A}"/>
            </ac:spMkLst>
          </pc:spChg>
          <pc:spChg chg="add del mod">
            <ac:chgData name="Krasauskaitė Ugnė" userId="dbe9a6d3-80d0-4cdc-b180-3639bbb88ba5" providerId="ADAL" clId="{07B18557-A708-BB4C-BDBE-7183D1358208}" dt="2021-02-02T07:23:42.016" v="1143" actId="478"/>
            <ac:spMkLst>
              <pc:docMk/>
              <pc:sldMasterMk cId="2010401343" sldId="2147483648"/>
              <pc:sldLayoutMk cId="3666580966" sldId="2147483724"/>
              <ac:spMk id="15" creationId="{752F7F13-96AD-5D4B-A44C-792B5118767F}"/>
            </ac:spMkLst>
          </pc:spChg>
          <pc:spChg chg="mod">
            <ac:chgData name="Krasauskaitė Ugnė" userId="dbe9a6d3-80d0-4cdc-b180-3639bbb88ba5" providerId="ADAL" clId="{07B18557-A708-BB4C-BDBE-7183D1358208}" dt="2021-02-02T07:16:56.187" v="1068" actId="207"/>
            <ac:spMkLst>
              <pc:docMk/>
              <pc:sldMasterMk cId="2010401343" sldId="2147483648"/>
              <pc:sldLayoutMk cId="3666580966" sldId="2147483724"/>
              <ac:spMk id="17" creationId="{7D9CDE45-A6A7-984E-8092-11427C926573}"/>
            </ac:spMkLst>
          </pc:spChg>
          <pc:spChg chg="mod">
            <ac:chgData name="Krasauskaitė Ugnė" userId="dbe9a6d3-80d0-4cdc-b180-3639bbb88ba5" providerId="ADAL" clId="{07B18557-A708-BB4C-BDBE-7183D1358208}" dt="2021-02-02T07:16:56.187" v="1068" actId="207"/>
            <ac:spMkLst>
              <pc:docMk/>
              <pc:sldMasterMk cId="2010401343" sldId="2147483648"/>
              <pc:sldLayoutMk cId="3666580966" sldId="2147483724"/>
              <ac:spMk id="18" creationId="{A01C1E10-F8BA-9841-A981-0B3A6F8ACBE2}"/>
            </ac:spMkLst>
          </pc:spChg>
          <pc:spChg chg="del">
            <ac:chgData name="Krasauskaitė Ugnė" userId="dbe9a6d3-80d0-4cdc-b180-3639bbb88ba5" providerId="ADAL" clId="{07B18557-A708-BB4C-BDBE-7183D1358208}" dt="2021-02-02T07:17:01.096" v="1070" actId="478"/>
            <ac:spMkLst>
              <pc:docMk/>
              <pc:sldMasterMk cId="2010401343" sldId="2147483648"/>
              <pc:sldLayoutMk cId="3666580966" sldId="2147483724"/>
              <ac:spMk id="19" creationId="{CD1AB869-1A97-C74F-B22C-8C4A3C855317}"/>
            </ac:spMkLst>
          </pc:spChg>
          <pc:spChg chg="del">
            <ac:chgData name="Krasauskaitė Ugnė" userId="dbe9a6d3-80d0-4cdc-b180-3639bbb88ba5" providerId="ADAL" clId="{07B18557-A708-BB4C-BDBE-7183D1358208}" dt="2021-02-02T07:17:01.096" v="1070" actId="478"/>
            <ac:spMkLst>
              <pc:docMk/>
              <pc:sldMasterMk cId="2010401343" sldId="2147483648"/>
              <pc:sldLayoutMk cId="3666580966" sldId="2147483724"/>
              <ac:spMk id="20" creationId="{0DA89282-BC77-374F-8ABF-0748E20950C4}"/>
            </ac:spMkLst>
          </pc:spChg>
          <pc:spChg chg="mod">
            <ac:chgData name="Krasauskaitė Ugnė" userId="dbe9a6d3-80d0-4cdc-b180-3639bbb88ba5" providerId="ADAL" clId="{07B18557-A708-BB4C-BDBE-7183D1358208}" dt="2021-02-02T07:16:56.187" v="1068" actId="207"/>
            <ac:spMkLst>
              <pc:docMk/>
              <pc:sldMasterMk cId="2010401343" sldId="2147483648"/>
              <pc:sldLayoutMk cId="3666580966" sldId="2147483724"/>
              <ac:spMk id="21" creationId="{B4B86B12-DA76-274D-9D4F-46D64739DB84}"/>
            </ac:spMkLst>
          </pc:spChg>
          <pc:spChg chg="mod">
            <ac:chgData name="Krasauskaitė Ugnė" userId="dbe9a6d3-80d0-4cdc-b180-3639bbb88ba5" providerId="ADAL" clId="{07B18557-A708-BB4C-BDBE-7183D1358208}" dt="2021-02-02T07:16:56.187" v="1068" actId="207"/>
            <ac:spMkLst>
              <pc:docMk/>
              <pc:sldMasterMk cId="2010401343" sldId="2147483648"/>
              <pc:sldLayoutMk cId="3666580966" sldId="2147483724"/>
              <ac:spMk id="22" creationId="{587BF503-4657-4144-AE5A-7FC3C4A8467D}"/>
            </ac:spMkLst>
          </pc:spChg>
          <pc:spChg chg="add mod">
            <ac:chgData name="Krasauskaitė Ugnė" userId="dbe9a6d3-80d0-4cdc-b180-3639bbb88ba5" providerId="ADAL" clId="{07B18557-A708-BB4C-BDBE-7183D1358208}" dt="2021-02-02T07:23:44.061" v="1145" actId="207"/>
            <ac:spMkLst>
              <pc:docMk/>
              <pc:sldMasterMk cId="2010401343" sldId="2147483648"/>
              <pc:sldLayoutMk cId="3666580966" sldId="2147483724"/>
              <ac:spMk id="26" creationId="{794D299C-E3AE-264F-A3D3-1A02F510D170}"/>
            </ac:spMkLst>
          </pc:spChg>
          <pc:picChg chg="del">
            <ac:chgData name="Krasauskaitė Ugnė" userId="dbe9a6d3-80d0-4cdc-b180-3639bbb88ba5" providerId="ADAL" clId="{07B18557-A708-BB4C-BDBE-7183D1358208}" dt="2021-02-02T07:16:58.966" v="1069" actId="478"/>
            <ac:picMkLst>
              <pc:docMk/>
              <pc:sldMasterMk cId="2010401343" sldId="2147483648"/>
              <pc:sldLayoutMk cId="3666580966" sldId="2147483724"/>
              <ac:picMk id="9" creationId="{4D8CDB32-0CED-6046-8707-787BADF4DEFD}"/>
            </ac:picMkLst>
          </pc:picChg>
          <pc:picChg chg="del">
            <ac:chgData name="Krasauskaitė Ugnė" userId="dbe9a6d3-80d0-4cdc-b180-3639bbb88ba5" providerId="ADAL" clId="{07B18557-A708-BB4C-BDBE-7183D1358208}" dt="2021-02-02T07:17:01.096" v="1070" actId="478"/>
            <ac:picMkLst>
              <pc:docMk/>
              <pc:sldMasterMk cId="2010401343" sldId="2147483648"/>
              <pc:sldLayoutMk cId="3666580966" sldId="2147483724"/>
              <ac:picMk id="10" creationId="{6B7DEC24-8D93-6D48-A79C-7BDDFFA2B161}"/>
            </ac:picMkLst>
          </pc:picChg>
          <pc:picChg chg="del">
            <ac:chgData name="Krasauskaitė Ugnė" userId="dbe9a6d3-80d0-4cdc-b180-3639bbb88ba5" providerId="ADAL" clId="{07B18557-A708-BB4C-BDBE-7183D1358208}" dt="2021-02-02T07:16:58.966" v="1069" actId="478"/>
            <ac:picMkLst>
              <pc:docMk/>
              <pc:sldMasterMk cId="2010401343" sldId="2147483648"/>
              <pc:sldLayoutMk cId="3666580966" sldId="2147483724"/>
              <ac:picMk id="16" creationId="{A7015AA5-A63A-AA42-ACD1-300F08FBDCD4}"/>
            </ac:picMkLst>
          </pc:picChg>
          <pc:picChg chg="add mod">
            <ac:chgData name="Krasauskaitė Ugnė" userId="dbe9a6d3-80d0-4cdc-b180-3639bbb88ba5" providerId="ADAL" clId="{07B18557-A708-BB4C-BDBE-7183D1358208}" dt="2021-02-02T07:17:17.778" v="1072"/>
            <ac:picMkLst>
              <pc:docMk/>
              <pc:sldMasterMk cId="2010401343" sldId="2147483648"/>
              <pc:sldLayoutMk cId="3666580966" sldId="2147483724"/>
              <ac:picMk id="23" creationId="{B8084956-4CA0-D943-AB50-DBEAD33CF820}"/>
            </ac:picMkLst>
          </pc:picChg>
          <pc:picChg chg="add mod">
            <ac:chgData name="Krasauskaitė Ugnė" userId="dbe9a6d3-80d0-4cdc-b180-3639bbb88ba5" providerId="ADAL" clId="{07B18557-A708-BB4C-BDBE-7183D1358208}" dt="2021-02-02T07:17:17.778" v="1072"/>
            <ac:picMkLst>
              <pc:docMk/>
              <pc:sldMasterMk cId="2010401343" sldId="2147483648"/>
              <pc:sldLayoutMk cId="3666580966" sldId="2147483724"/>
              <ac:picMk id="24" creationId="{6F2EBF90-FF96-4D40-B3B6-9CC8B843C7B1}"/>
            </ac:picMkLst>
          </pc:picChg>
          <pc:picChg chg="add mod">
            <ac:chgData name="Krasauskaitė Ugnė" userId="dbe9a6d3-80d0-4cdc-b180-3639bbb88ba5" providerId="ADAL" clId="{07B18557-A708-BB4C-BDBE-7183D1358208}" dt="2021-02-02T07:17:24.284" v="1073"/>
            <ac:picMkLst>
              <pc:docMk/>
              <pc:sldMasterMk cId="2010401343" sldId="2147483648"/>
              <pc:sldLayoutMk cId="3666580966" sldId="2147483724"/>
              <ac:picMk id="25" creationId="{8CC1D387-C633-7A41-8291-CB59270A31DC}"/>
            </ac:picMkLst>
          </pc:picChg>
        </pc:sldLayoutChg>
        <pc:sldLayoutChg chg="addSp delSp modSp add mod ord modTransition">
          <pc:chgData name="Krasauskaitė Ugnė" userId="dbe9a6d3-80d0-4cdc-b180-3639bbb88ba5" providerId="ADAL" clId="{07B18557-A708-BB4C-BDBE-7183D1358208}" dt="2021-02-02T07:45:38.026" v="1337" actId="20578"/>
          <pc:sldLayoutMkLst>
            <pc:docMk/>
            <pc:sldMasterMk cId="3226558009" sldId="2147483740"/>
            <pc:sldLayoutMk cId="1696790623" sldId="2147483725"/>
          </pc:sldLayoutMkLst>
          <pc:spChg chg="add mod">
            <ac:chgData name="Krasauskaitė Ugnė" userId="dbe9a6d3-80d0-4cdc-b180-3639bbb88ba5" providerId="ADAL" clId="{07B18557-A708-BB4C-BDBE-7183D1358208}" dt="2021-02-02T07:19:11.275" v="1094" actId="14100"/>
            <ac:spMkLst>
              <pc:docMk/>
              <pc:sldMasterMk cId="3226558009" sldId="2147483740"/>
              <pc:sldLayoutMk cId="1696790623" sldId="2147483725"/>
              <ac:spMk id="13" creationId="{5F302F9B-B4B3-B045-8492-FFC9D530256C}"/>
            </ac:spMkLst>
          </pc:spChg>
          <pc:spChg chg="del mod">
            <ac:chgData name="Krasauskaitė Ugnė" userId="dbe9a6d3-80d0-4cdc-b180-3639bbb88ba5" providerId="ADAL" clId="{07B18557-A708-BB4C-BDBE-7183D1358208}" dt="2021-02-02T07:18:41.740" v="1087" actId="478"/>
            <ac:spMkLst>
              <pc:docMk/>
              <pc:sldMasterMk cId="3226558009" sldId="2147483740"/>
              <pc:sldLayoutMk cId="1696790623" sldId="2147483725"/>
              <ac:spMk id="14" creationId="{514F5ED2-184B-FF44-963D-AD51B425DD2A}"/>
            </ac:spMkLst>
          </pc:spChg>
          <pc:spChg chg="del">
            <ac:chgData name="Krasauskaitė Ugnė" userId="dbe9a6d3-80d0-4cdc-b180-3639bbb88ba5" providerId="ADAL" clId="{07B18557-A708-BB4C-BDBE-7183D1358208}" dt="2021-02-02T07:18:44.460" v="1089" actId="478"/>
            <ac:spMkLst>
              <pc:docMk/>
              <pc:sldMasterMk cId="3226558009" sldId="2147483740"/>
              <pc:sldLayoutMk cId="1696790623" sldId="2147483725"/>
              <ac:spMk id="15" creationId="{752F7F13-96AD-5D4B-A44C-792B5118767F}"/>
            </ac:spMkLst>
          </pc:spChg>
          <pc:spChg chg="del">
            <ac:chgData name="Krasauskaitė Ugnė" userId="dbe9a6d3-80d0-4cdc-b180-3639bbb88ba5" providerId="ADAL" clId="{07B18557-A708-BB4C-BDBE-7183D1358208}" dt="2021-02-02T07:18:44.460" v="1089" actId="478"/>
            <ac:spMkLst>
              <pc:docMk/>
              <pc:sldMasterMk cId="3226558009" sldId="2147483740"/>
              <pc:sldLayoutMk cId="1696790623" sldId="2147483725"/>
              <ac:spMk id="17" creationId="{7D9CDE45-A6A7-984E-8092-11427C926573}"/>
            </ac:spMkLst>
          </pc:spChg>
          <pc:spChg chg="del">
            <ac:chgData name="Krasauskaitė Ugnė" userId="dbe9a6d3-80d0-4cdc-b180-3639bbb88ba5" providerId="ADAL" clId="{07B18557-A708-BB4C-BDBE-7183D1358208}" dt="2021-02-02T07:18:44.460" v="1089" actId="478"/>
            <ac:spMkLst>
              <pc:docMk/>
              <pc:sldMasterMk cId="3226558009" sldId="2147483740"/>
              <pc:sldLayoutMk cId="1696790623" sldId="2147483725"/>
              <ac:spMk id="18" creationId="{A01C1E10-F8BA-9841-A981-0B3A6F8ACBE2}"/>
            </ac:spMkLst>
          </pc:spChg>
          <pc:spChg chg="del">
            <ac:chgData name="Krasauskaitė Ugnė" userId="dbe9a6d3-80d0-4cdc-b180-3639bbb88ba5" providerId="ADAL" clId="{07B18557-A708-BB4C-BDBE-7183D1358208}" dt="2021-02-02T07:18:44.460" v="1089" actId="478"/>
            <ac:spMkLst>
              <pc:docMk/>
              <pc:sldMasterMk cId="3226558009" sldId="2147483740"/>
              <pc:sldLayoutMk cId="1696790623" sldId="2147483725"/>
              <ac:spMk id="21" creationId="{B4B86B12-DA76-274D-9D4F-46D64739DB84}"/>
            </ac:spMkLst>
          </pc:spChg>
          <pc:spChg chg="del">
            <ac:chgData name="Krasauskaitė Ugnė" userId="dbe9a6d3-80d0-4cdc-b180-3639bbb88ba5" providerId="ADAL" clId="{07B18557-A708-BB4C-BDBE-7183D1358208}" dt="2021-02-02T07:18:44.460" v="1089" actId="478"/>
            <ac:spMkLst>
              <pc:docMk/>
              <pc:sldMasterMk cId="3226558009" sldId="2147483740"/>
              <pc:sldLayoutMk cId="1696790623" sldId="2147483725"/>
              <ac:spMk id="22" creationId="{587BF503-4657-4144-AE5A-7FC3C4A8467D}"/>
            </ac:spMkLst>
          </pc:spChg>
          <pc:picChg chg="del">
            <ac:chgData name="Krasauskaitė Ugnė" userId="dbe9a6d3-80d0-4cdc-b180-3639bbb88ba5" providerId="ADAL" clId="{07B18557-A708-BB4C-BDBE-7183D1358208}" dt="2021-02-02T07:18:39.657" v="1085" actId="478"/>
            <ac:picMkLst>
              <pc:docMk/>
              <pc:sldMasterMk cId="3226558009" sldId="2147483740"/>
              <pc:sldLayoutMk cId="1696790623" sldId="2147483725"/>
              <ac:picMk id="23" creationId="{B8084956-4CA0-D943-AB50-DBEAD33CF820}"/>
            </ac:picMkLst>
          </pc:picChg>
          <pc:picChg chg="del">
            <ac:chgData name="Krasauskaitė Ugnė" userId="dbe9a6d3-80d0-4cdc-b180-3639bbb88ba5" providerId="ADAL" clId="{07B18557-A708-BB4C-BDBE-7183D1358208}" dt="2021-02-02T07:18:38.226" v="1084" actId="478"/>
            <ac:picMkLst>
              <pc:docMk/>
              <pc:sldMasterMk cId="3226558009" sldId="2147483740"/>
              <pc:sldLayoutMk cId="1696790623" sldId="2147483725"/>
              <ac:picMk id="24" creationId="{6F2EBF90-FF96-4D40-B3B6-9CC8B843C7B1}"/>
            </ac:picMkLst>
          </pc:picChg>
          <pc:picChg chg="del">
            <ac:chgData name="Krasauskaitė Ugnė" userId="dbe9a6d3-80d0-4cdc-b180-3639bbb88ba5" providerId="ADAL" clId="{07B18557-A708-BB4C-BDBE-7183D1358208}" dt="2021-02-02T07:18:42.612" v="1088" actId="478"/>
            <ac:picMkLst>
              <pc:docMk/>
              <pc:sldMasterMk cId="3226558009" sldId="2147483740"/>
              <pc:sldLayoutMk cId="1696790623" sldId="2147483725"/>
              <ac:picMk id="25" creationId="{8CC1D387-C633-7A41-8291-CB59270A31DC}"/>
            </ac:picMkLst>
          </pc:picChg>
        </pc:sldLayoutChg>
        <pc:sldLayoutChg chg="modSp add mod modTransition setBg">
          <pc:chgData name="Krasauskaitė Ugnė" userId="dbe9a6d3-80d0-4cdc-b180-3639bbb88ba5" providerId="ADAL" clId="{07B18557-A708-BB4C-BDBE-7183D1358208}" dt="2021-02-02T07:19:41.841" v="1098"/>
          <pc:sldLayoutMkLst>
            <pc:docMk/>
            <pc:sldMasterMk cId="3226558009" sldId="2147483740"/>
            <pc:sldLayoutMk cId="3830311098" sldId="2147483726"/>
          </pc:sldLayoutMkLst>
          <pc:spChg chg="mod">
            <ac:chgData name="Krasauskaitė Ugnė" userId="dbe9a6d3-80d0-4cdc-b180-3639bbb88ba5" providerId="ADAL" clId="{07B18557-A708-BB4C-BDBE-7183D1358208}" dt="2021-02-02T07:19:38.061" v="1097" actId="207"/>
            <ac:spMkLst>
              <pc:docMk/>
              <pc:sldMasterMk cId="3226558009" sldId="2147483740"/>
              <pc:sldLayoutMk cId="3830311098" sldId="2147483726"/>
              <ac:spMk id="12" creationId="{50E515E2-7668-514A-A0B4-AC7D06DDB5FE}"/>
            </ac:spMkLst>
          </pc:spChg>
        </pc:sldLayoutChg>
        <pc:sldLayoutChg chg="addSp delSp modSp add mod modTransition">
          <pc:chgData name="Krasauskaitė Ugnė" userId="dbe9a6d3-80d0-4cdc-b180-3639bbb88ba5" providerId="ADAL" clId="{07B18557-A708-BB4C-BDBE-7183D1358208}" dt="2021-02-02T07:24:47.386" v="1155" actId="14100"/>
          <pc:sldLayoutMkLst>
            <pc:docMk/>
            <pc:sldMasterMk cId="3226558009" sldId="2147483740"/>
            <pc:sldLayoutMk cId="3116550192" sldId="2147483727"/>
          </pc:sldLayoutMkLst>
          <pc:spChg chg="add del mod">
            <ac:chgData name="Krasauskaitė Ugnė" userId="dbe9a6d3-80d0-4cdc-b180-3639bbb88ba5" providerId="ADAL" clId="{07B18557-A708-BB4C-BDBE-7183D1358208}" dt="2021-02-02T07:22:16.273" v="1116" actId="478"/>
            <ac:spMkLst>
              <pc:docMk/>
              <pc:sldMasterMk cId="3226558009" sldId="2147483740"/>
              <pc:sldLayoutMk cId="3116550192" sldId="2147483727"/>
              <ac:spMk id="4" creationId="{EFB0F378-6AE0-8744-9A95-54E5C319C6D5}"/>
            </ac:spMkLst>
          </pc:spChg>
          <pc:spChg chg="add del mod">
            <ac:chgData name="Krasauskaitė Ugnė" userId="dbe9a6d3-80d0-4cdc-b180-3639bbb88ba5" providerId="ADAL" clId="{07B18557-A708-BB4C-BDBE-7183D1358208}" dt="2021-02-02T07:24:33.852" v="1153" actId="478"/>
            <ac:spMkLst>
              <pc:docMk/>
              <pc:sldMasterMk cId="3226558009" sldId="2147483740"/>
              <pc:sldLayoutMk cId="3116550192" sldId="2147483727"/>
              <ac:spMk id="5" creationId="{0113D3D2-89A6-8744-9AEE-75AFD5CB4FF9}"/>
            </ac:spMkLst>
          </pc:spChg>
          <pc:spChg chg="add mod">
            <ac:chgData name="Krasauskaitė Ugnė" userId="dbe9a6d3-80d0-4cdc-b180-3639bbb88ba5" providerId="ADAL" clId="{07B18557-A708-BB4C-BDBE-7183D1358208}" dt="2021-02-02T07:24:47.386" v="1155" actId="14100"/>
            <ac:spMkLst>
              <pc:docMk/>
              <pc:sldMasterMk cId="3226558009" sldId="2147483740"/>
              <pc:sldLayoutMk cId="3116550192" sldId="2147483727"/>
              <ac:spMk id="6" creationId="{45230BBD-D8AC-0545-A7D5-13382E10E93A}"/>
            </ac:spMkLst>
          </pc:spChg>
          <pc:spChg chg="add mod">
            <ac:chgData name="Krasauskaitė Ugnė" userId="dbe9a6d3-80d0-4cdc-b180-3639bbb88ba5" providerId="ADAL" clId="{07B18557-A708-BB4C-BDBE-7183D1358208}" dt="2021-02-02T07:24:47.386" v="1155" actId="14100"/>
            <ac:spMkLst>
              <pc:docMk/>
              <pc:sldMasterMk cId="3226558009" sldId="2147483740"/>
              <pc:sldLayoutMk cId="3116550192" sldId="2147483727"/>
              <ac:spMk id="7" creationId="{10D8EEC7-A4A8-754E-B0D5-1BD7DE8A8170}"/>
            </ac:spMkLst>
          </pc:spChg>
          <pc:spChg chg="add mod">
            <ac:chgData name="Krasauskaitė Ugnė" userId="dbe9a6d3-80d0-4cdc-b180-3639bbb88ba5" providerId="ADAL" clId="{07B18557-A708-BB4C-BDBE-7183D1358208}" dt="2021-02-02T07:24:34.329" v="1154"/>
            <ac:spMkLst>
              <pc:docMk/>
              <pc:sldMasterMk cId="3226558009" sldId="2147483740"/>
              <pc:sldLayoutMk cId="3116550192" sldId="2147483727"/>
              <ac:spMk id="8" creationId="{4B331744-C198-9B45-85BF-0BDB03F95D70}"/>
            </ac:spMkLst>
          </pc:spChg>
          <pc:spChg chg="mod">
            <ac:chgData name="Krasauskaitė Ugnė" userId="dbe9a6d3-80d0-4cdc-b180-3639bbb88ba5" providerId="ADAL" clId="{07B18557-A708-BB4C-BDBE-7183D1358208}" dt="2021-02-02T07:21:23.796" v="1108" actId="14100"/>
            <ac:spMkLst>
              <pc:docMk/>
              <pc:sldMasterMk cId="3226558009" sldId="2147483740"/>
              <pc:sldLayoutMk cId="3116550192" sldId="2147483727"/>
              <ac:spMk id="12" creationId="{50E515E2-7668-514A-A0B4-AC7D06DDB5FE}"/>
            </ac:spMkLst>
          </pc:spChg>
          <pc:spChg chg="del mod">
            <ac:chgData name="Krasauskaitė Ugnė" userId="dbe9a6d3-80d0-4cdc-b180-3639bbb88ba5" providerId="ADAL" clId="{07B18557-A708-BB4C-BDBE-7183D1358208}" dt="2021-02-02T07:22:07.706" v="1112" actId="478"/>
            <ac:spMkLst>
              <pc:docMk/>
              <pc:sldMasterMk cId="3226558009" sldId="2147483740"/>
              <pc:sldLayoutMk cId="3116550192" sldId="2147483727"/>
              <ac:spMk id="13" creationId="{5F302F9B-B4B3-B045-8492-FFC9D530256C}"/>
            </ac:spMkLst>
          </pc:spChg>
        </pc:sldLayoutChg>
        <pc:sldLayoutChg chg="addSp delSp modSp add mod modTransition setBg">
          <pc:chgData name="Krasauskaitė Ugnė" userId="dbe9a6d3-80d0-4cdc-b180-3639bbb88ba5" providerId="ADAL" clId="{07B18557-A708-BB4C-BDBE-7183D1358208}" dt="2021-02-02T07:25:39.563" v="1161" actId="207"/>
          <pc:sldLayoutMkLst>
            <pc:docMk/>
            <pc:sldMasterMk cId="3226558009" sldId="2147483740"/>
            <pc:sldLayoutMk cId="2001385822" sldId="2147483728"/>
          </pc:sldLayoutMkLst>
          <pc:spChg chg="del">
            <ac:chgData name="Krasauskaitė Ugnė" userId="dbe9a6d3-80d0-4cdc-b180-3639bbb88ba5" providerId="ADAL" clId="{07B18557-A708-BB4C-BDBE-7183D1358208}" dt="2021-02-02T07:25:33.234" v="1159" actId="478"/>
            <ac:spMkLst>
              <pc:docMk/>
              <pc:sldMasterMk cId="3226558009" sldId="2147483740"/>
              <pc:sldLayoutMk cId="2001385822" sldId="2147483728"/>
              <ac:spMk id="8" creationId="{4B331744-C198-9B45-85BF-0BDB03F95D70}"/>
            </ac:spMkLst>
          </pc:spChg>
          <pc:spChg chg="add mod">
            <ac:chgData name="Krasauskaitė Ugnė" userId="dbe9a6d3-80d0-4cdc-b180-3639bbb88ba5" providerId="ADAL" clId="{07B18557-A708-BB4C-BDBE-7183D1358208}" dt="2021-02-02T07:25:39.563" v="1161" actId="207"/>
            <ac:spMkLst>
              <pc:docMk/>
              <pc:sldMasterMk cId="3226558009" sldId="2147483740"/>
              <pc:sldLayoutMk cId="2001385822" sldId="2147483728"/>
              <ac:spMk id="9" creationId="{5C3FF9AB-7E5F-234A-995C-67E3E6EB9445}"/>
            </ac:spMkLst>
          </pc:spChg>
          <pc:spChg chg="mod">
            <ac:chgData name="Krasauskaitė Ugnė" userId="dbe9a6d3-80d0-4cdc-b180-3639bbb88ba5" providerId="ADAL" clId="{07B18557-A708-BB4C-BDBE-7183D1358208}" dt="2021-02-02T07:25:30.619" v="1158" actId="207"/>
            <ac:spMkLst>
              <pc:docMk/>
              <pc:sldMasterMk cId="3226558009" sldId="2147483740"/>
              <pc:sldLayoutMk cId="2001385822" sldId="2147483728"/>
              <ac:spMk id="12" creationId="{50E515E2-7668-514A-A0B4-AC7D06DDB5FE}"/>
            </ac:spMkLst>
          </pc:spChg>
        </pc:sldLayoutChg>
        <pc:sldLayoutChg chg="add del mod modTransition">
          <pc:chgData name="Krasauskaitė Ugnė" userId="dbe9a6d3-80d0-4cdc-b180-3639bbb88ba5" providerId="ADAL" clId="{07B18557-A708-BB4C-BDBE-7183D1358208}" dt="2021-02-02T07:25:51.729" v="1165" actId="2890"/>
          <pc:sldLayoutMkLst>
            <pc:docMk/>
            <pc:sldMasterMk cId="2010401343" sldId="2147483648"/>
            <pc:sldLayoutMk cId="2240221111" sldId="2147483729"/>
          </pc:sldLayoutMkLst>
        </pc:sldLayoutChg>
        <pc:sldLayoutChg chg="addSp delSp modSp mod ord">
          <pc:chgData name="Krasauskaitė Ugnė" userId="dbe9a6d3-80d0-4cdc-b180-3639bbb88ba5" providerId="ADAL" clId="{07B18557-A708-BB4C-BDBE-7183D1358208}" dt="2021-02-02T07:26:50.555" v="1181"/>
          <pc:sldLayoutMkLst>
            <pc:docMk/>
            <pc:sldMasterMk cId="3226558009" sldId="2147483740"/>
            <pc:sldLayoutMk cId="2456432916" sldId="2147483729"/>
          </pc:sldLayoutMkLst>
          <pc:spChg chg="add del">
            <ac:chgData name="Krasauskaitė Ugnė" userId="dbe9a6d3-80d0-4cdc-b180-3639bbb88ba5" providerId="ADAL" clId="{07B18557-A708-BB4C-BDBE-7183D1358208}" dt="2021-02-02T07:26:30.415" v="1171" actId="11529"/>
            <ac:spMkLst>
              <pc:docMk/>
              <pc:sldMasterMk cId="3226558009" sldId="2147483740"/>
              <pc:sldLayoutMk cId="2456432916" sldId="2147483729"/>
              <ac:spMk id="2" creationId="{A0D925AE-6878-A94F-9B33-FD41890450D7}"/>
            </ac:spMkLst>
          </pc:spChg>
          <pc:spChg chg="add del mod">
            <ac:chgData name="Krasauskaitė Ugnė" userId="dbe9a6d3-80d0-4cdc-b180-3639bbb88ba5" providerId="ADAL" clId="{07B18557-A708-BB4C-BDBE-7183D1358208}" dt="2021-02-02T07:26:33.842" v="1173" actId="478"/>
            <ac:spMkLst>
              <pc:docMk/>
              <pc:sldMasterMk cId="3226558009" sldId="2147483740"/>
              <pc:sldLayoutMk cId="2456432916" sldId="2147483729"/>
              <ac:spMk id="3" creationId="{AE8F203F-29F8-BF40-A3B3-F325A8B5C4A1}"/>
            </ac:spMkLst>
          </pc:spChg>
          <pc:spChg chg="add del">
            <ac:chgData name="Krasauskaitė Ugnė" userId="dbe9a6d3-80d0-4cdc-b180-3639bbb88ba5" providerId="ADAL" clId="{07B18557-A708-BB4C-BDBE-7183D1358208}" dt="2021-02-02T07:26:39.942" v="1174" actId="11529"/>
            <ac:spMkLst>
              <pc:docMk/>
              <pc:sldMasterMk cId="3226558009" sldId="2147483740"/>
              <pc:sldLayoutMk cId="2456432916" sldId="2147483729"/>
              <ac:spMk id="4" creationId="{F2C91FD7-E34C-A44F-85F3-521DB6CDF1AB}"/>
            </ac:spMkLst>
          </pc:spChg>
          <pc:spChg chg="add del mod">
            <ac:chgData name="Krasauskaitė Ugnė" userId="dbe9a6d3-80d0-4cdc-b180-3639bbb88ba5" providerId="ADAL" clId="{07B18557-A708-BB4C-BDBE-7183D1358208}" dt="2021-02-02T07:26:48.455" v="1179" actId="478"/>
            <ac:spMkLst>
              <pc:docMk/>
              <pc:sldMasterMk cId="3226558009" sldId="2147483740"/>
              <pc:sldLayoutMk cId="2456432916" sldId="2147483729"/>
              <ac:spMk id="5" creationId="{BB2B757D-F066-7B40-A0B2-3A6B1F50C7E6}"/>
            </ac:spMkLst>
          </pc:spChg>
          <pc:spChg chg="add del mod">
            <ac:chgData name="Krasauskaitė Ugnė" userId="dbe9a6d3-80d0-4cdc-b180-3639bbb88ba5" providerId="ADAL" clId="{07B18557-A708-BB4C-BDBE-7183D1358208}" dt="2021-02-02T07:26:49.605" v="1180" actId="478"/>
            <ac:spMkLst>
              <pc:docMk/>
              <pc:sldMasterMk cId="3226558009" sldId="2147483740"/>
              <pc:sldLayoutMk cId="2456432916" sldId="2147483729"/>
              <ac:spMk id="12" creationId="{56D8A384-C846-7641-BEB4-42006FEB5447}"/>
            </ac:spMkLst>
          </pc:spChg>
          <pc:spChg chg="add mod">
            <ac:chgData name="Krasauskaitė Ugnė" userId="dbe9a6d3-80d0-4cdc-b180-3639bbb88ba5" providerId="ADAL" clId="{07B18557-A708-BB4C-BDBE-7183D1358208}" dt="2021-02-02T07:26:50.555" v="1181"/>
            <ac:spMkLst>
              <pc:docMk/>
              <pc:sldMasterMk cId="3226558009" sldId="2147483740"/>
              <pc:sldLayoutMk cId="2456432916" sldId="2147483729"/>
              <ac:spMk id="13" creationId="{BFB2BAA7-03FA-7D45-B48B-16E2EB97900F}"/>
            </ac:spMkLst>
          </pc:spChg>
          <pc:spChg chg="del">
            <ac:chgData name="Krasauskaitė Ugnė" userId="dbe9a6d3-80d0-4cdc-b180-3639bbb88ba5" providerId="ADAL" clId="{07B18557-A708-BB4C-BDBE-7183D1358208}" dt="2021-02-02T07:26:15.216" v="1170" actId="478"/>
            <ac:spMkLst>
              <pc:docMk/>
              <pc:sldMasterMk cId="3226558009" sldId="2147483740"/>
              <pc:sldLayoutMk cId="2456432916" sldId="2147483729"/>
              <ac:spMk id="14" creationId="{F497E261-9388-AC42-BFA8-252592EA0D4A}"/>
            </ac:spMkLst>
          </pc:spChg>
          <pc:spChg chg="del">
            <ac:chgData name="Krasauskaitė Ugnė" userId="dbe9a6d3-80d0-4cdc-b180-3639bbb88ba5" providerId="ADAL" clId="{07B18557-A708-BB4C-BDBE-7183D1358208}" dt="2021-02-02T07:26:09.985" v="1167" actId="478"/>
            <ac:spMkLst>
              <pc:docMk/>
              <pc:sldMasterMk cId="3226558009" sldId="2147483740"/>
              <pc:sldLayoutMk cId="2456432916" sldId="2147483729"/>
              <ac:spMk id="17" creationId="{B5FF6581-2E75-F54C-AC74-4CFB308232A1}"/>
            </ac:spMkLst>
          </pc:spChg>
        </pc:sldLayoutChg>
        <pc:sldLayoutChg chg="modSp add del mod modTransition setBg">
          <pc:chgData name="Krasauskaitė Ugnė" userId="dbe9a6d3-80d0-4cdc-b180-3639bbb88ba5" providerId="ADAL" clId="{07B18557-A708-BB4C-BDBE-7183D1358208}" dt="2021-02-02T07:28:17.707" v="1193" actId="2696"/>
          <pc:sldLayoutMkLst>
            <pc:docMk/>
            <pc:sldMasterMk cId="2010401343" sldId="2147483648"/>
            <pc:sldLayoutMk cId="1577209119" sldId="2147483730"/>
          </pc:sldLayoutMkLst>
          <pc:spChg chg="mod">
            <ac:chgData name="Krasauskaitė Ugnė" userId="dbe9a6d3-80d0-4cdc-b180-3639bbb88ba5" providerId="ADAL" clId="{07B18557-A708-BB4C-BDBE-7183D1358208}" dt="2021-02-02T07:27:05.884" v="1183" actId="207"/>
            <ac:spMkLst>
              <pc:docMk/>
              <pc:sldMasterMk cId="2010401343" sldId="2147483648"/>
              <pc:sldLayoutMk cId="1577209119" sldId="2147483730"/>
              <ac:spMk id="23" creationId="{2E6D4784-2EA3-C74A-80A6-6E53A345902F}"/>
            </ac:spMkLst>
          </pc:spChg>
          <pc:spChg chg="mod">
            <ac:chgData name="Krasauskaitė Ugnė" userId="dbe9a6d3-80d0-4cdc-b180-3639bbb88ba5" providerId="ADAL" clId="{07B18557-A708-BB4C-BDBE-7183D1358208}" dt="2021-02-02T07:27:05.884" v="1183" actId="207"/>
            <ac:spMkLst>
              <pc:docMk/>
              <pc:sldMasterMk cId="2010401343" sldId="2147483648"/>
              <pc:sldLayoutMk cId="1577209119" sldId="2147483730"/>
              <ac:spMk id="25" creationId="{5592035A-2271-5843-9AF4-E3E9FDCF0139}"/>
            </ac:spMkLst>
          </pc:spChg>
          <pc:spChg chg="mod">
            <ac:chgData name="Krasauskaitė Ugnė" userId="dbe9a6d3-80d0-4cdc-b180-3639bbb88ba5" providerId="ADAL" clId="{07B18557-A708-BB4C-BDBE-7183D1358208}" dt="2021-02-02T07:27:05.884" v="1183" actId="207"/>
            <ac:spMkLst>
              <pc:docMk/>
              <pc:sldMasterMk cId="2010401343" sldId="2147483648"/>
              <pc:sldLayoutMk cId="1577209119" sldId="2147483730"/>
              <ac:spMk id="27" creationId="{61CEBCC4-E80B-604A-814A-EDFAF11839D4}"/>
            </ac:spMkLst>
          </pc:spChg>
        </pc:sldLayoutChg>
        <pc:sldLayoutChg chg="addSp delSp modSp add mod modTransition">
          <pc:chgData name="Krasauskaitė Ugnė" userId="dbe9a6d3-80d0-4cdc-b180-3639bbb88ba5" providerId="ADAL" clId="{07B18557-A708-BB4C-BDBE-7183D1358208}" dt="2021-02-02T07:28:03.354" v="1192"/>
          <pc:sldLayoutMkLst>
            <pc:docMk/>
            <pc:sldMasterMk cId="3226558009" sldId="2147483740"/>
            <pc:sldLayoutMk cId="3322117946" sldId="2147483731"/>
          </pc:sldLayoutMkLst>
          <pc:spChg chg="add mod">
            <ac:chgData name="Krasauskaitė Ugnė" userId="dbe9a6d3-80d0-4cdc-b180-3639bbb88ba5" providerId="ADAL" clId="{07B18557-A708-BB4C-BDBE-7183D1358208}" dt="2021-02-02T07:28:03.354" v="1192"/>
            <ac:spMkLst>
              <pc:docMk/>
              <pc:sldMasterMk cId="3226558009" sldId="2147483740"/>
              <pc:sldLayoutMk cId="3322117946" sldId="2147483731"/>
              <ac:spMk id="6" creationId="{66AC166F-BD2D-6D49-902E-EA2D168F6C1B}"/>
            </ac:spMkLst>
          </pc:spChg>
          <pc:spChg chg="add mod">
            <ac:chgData name="Krasauskaitė Ugnė" userId="dbe9a6d3-80d0-4cdc-b180-3639bbb88ba5" providerId="ADAL" clId="{07B18557-A708-BB4C-BDBE-7183D1358208}" dt="2021-02-02T07:28:03.354" v="1192"/>
            <ac:spMkLst>
              <pc:docMk/>
              <pc:sldMasterMk cId="3226558009" sldId="2147483740"/>
              <pc:sldLayoutMk cId="3322117946" sldId="2147483731"/>
              <ac:spMk id="7" creationId="{C1CCD885-C1EB-3A48-B8A0-CC1F23EEB6AE}"/>
            </ac:spMkLst>
          </pc:spChg>
          <pc:spChg chg="mod">
            <ac:chgData name="Krasauskaitė Ugnė" userId="dbe9a6d3-80d0-4cdc-b180-3639bbb88ba5" providerId="ADAL" clId="{07B18557-A708-BB4C-BDBE-7183D1358208}" dt="2021-02-02T07:27:48.015" v="1191" actId="1076"/>
            <ac:spMkLst>
              <pc:docMk/>
              <pc:sldMasterMk cId="3226558009" sldId="2147483740"/>
              <pc:sldLayoutMk cId="3322117946" sldId="2147483731"/>
              <ac:spMk id="13" creationId="{BFB2BAA7-03FA-7D45-B48B-16E2EB97900F}"/>
            </ac:spMkLst>
          </pc:spChg>
          <pc:spChg chg="del">
            <ac:chgData name="Krasauskaitė Ugnė" userId="dbe9a6d3-80d0-4cdc-b180-3639bbb88ba5" providerId="ADAL" clId="{07B18557-A708-BB4C-BDBE-7183D1358208}" dt="2021-02-02T07:27:44.861" v="1190" actId="478"/>
            <ac:spMkLst>
              <pc:docMk/>
              <pc:sldMasterMk cId="3226558009" sldId="2147483740"/>
              <pc:sldLayoutMk cId="3322117946" sldId="2147483731"/>
              <ac:spMk id="23" creationId="{2E6D4784-2EA3-C74A-80A6-6E53A345902F}"/>
            </ac:spMkLst>
          </pc:spChg>
          <pc:spChg chg="del">
            <ac:chgData name="Krasauskaitė Ugnė" userId="dbe9a6d3-80d0-4cdc-b180-3639bbb88ba5" providerId="ADAL" clId="{07B18557-A708-BB4C-BDBE-7183D1358208}" dt="2021-02-02T07:27:44.861" v="1190" actId="478"/>
            <ac:spMkLst>
              <pc:docMk/>
              <pc:sldMasterMk cId="3226558009" sldId="2147483740"/>
              <pc:sldLayoutMk cId="3322117946" sldId="2147483731"/>
              <ac:spMk id="25" creationId="{5592035A-2271-5843-9AF4-E3E9FDCF0139}"/>
            </ac:spMkLst>
          </pc:spChg>
          <pc:spChg chg="del">
            <ac:chgData name="Krasauskaitė Ugnė" userId="dbe9a6d3-80d0-4cdc-b180-3639bbb88ba5" providerId="ADAL" clId="{07B18557-A708-BB4C-BDBE-7183D1358208}" dt="2021-02-02T07:27:44.861" v="1190" actId="478"/>
            <ac:spMkLst>
              <pc:docMk/>
              <pc:sldMasterMk cId="3226558009" sldId="2147483740"/>
              <pc:sldLayoutMk cId="3322117946" sldId="2147483731"/>
              <ac:spMk id="27" creationId="{61CEBCC4-E80B-604A-814A-EDFAF11839D4}"/>
            </ac:spMkLst>
          </pc:spChg>
        </pc:sldLayoutChg>
        <pc:sldLayoutChg chg="modSp add mod modTransition setBg">
          <pc:chgData name="Krasauskaitė Ugnė" userId="dbe9a6d3-80d0-4cdc-b180-3639bbb88ba5" providerId="ADAL" clId="{07B18557-A708-BB4C-BDBE-7183D1358208}" dt="2021-02-02T07:28:28.714" v="1196"/>
          <pc:sldLayoutMkLst>
            <pc:docMk/>
            <pc:sldMasterMk cId="3226558009" sldId="2147483740"/>
            <pc:sldLayoutMk cId="1562306216" sldId="2147483732"/>
          </pc:sldLayoutMkLst>
          <pc:spChg chg="mod">
            <ac:chgData name="Krasauskaitė Ugnė" userId="dbe9a6d3-80d0-4cdc-b180-3639bbb88ba5" providerId="ADAL" clId="{07B18557-A708-BB4C-BDBE-7183D1358208}" dt="2021-02-02T07:28:25.826" v="1195" actId="207"/>
            <ac:spMkLst>
              <pc:docMk/>
              <pc:sldMasterMk cId="3226558009" sldId="2147483740"/>
              <pc:sldLayoutMk cId="1562306216" sldId="2147483732"/>
              <ac:spMk id="6" creationId="{66AC166F-BD2D-6D49-902E-EA2D168F6C1B}"/>
            </ac:spMkLst>
          </pc:spChg>
          <pc:spChg chg="mod">
            <ac:chgData name="Krasauskaitė Ugnė" userId="dbe9a6d3-80d0-4cdc-b180-3639bbb88ba5" providerId="ADAL" clId="{07B18557-A708-BB4C-BDBE-7183D1358208}" dt="2021-02-02T07:28:25.826" v="1195" actId="207"/>
            <ac:spMkLst>
              <pc:docMk/>
              <pc:sldMasterMk cId="3226558009" sldId="2147483740"/>
              <pc:sldLayoutMk cId="1562306216" sldId="2147483732"/>
              <ac:spMk id="7" creationId="{C1CCD885-C1EB-3A48-B8A0-CC1F23EEB6AE}"/>
            </ac:spMkLst>
          </pc:spChg>
        </pc:sldLayoutChg>
        <pc:sldLayoutChg chg="addSp delSp modSp mod ord">
          <pc:chgData name="Krasauskaitė Ugnė" userId="dbe9a6d3-80d0-4cdc-b180-3639bbb88ba5" providerId="ADAL" clId="{07B18557-A708-BB4C-BDBE-7183D1358208}" dt="2021-02-02T07:29:21.657" v="1211" actId="1076"/>
          <pc:sldLayoutMkLst>
            <pc:docMk/>
            <pc:sldMasterMk cId="3226558009" sldId="2147483740"/>
            <pc:sldLayoutMk cId="2989932070" sldId="2147483733"/>
          </pc:sldLayoutMkLst>
          <pc:spChg chg="add mod">
            <ac:chgData name="Krasauskaitė Ugnė" userId="dbe9a6d3-80d0-4cdc-b180-3639bbb88ba5" providerId="ADAL" clId="{07B18557-A708-BB4C-BDBE-7183D1358208}" dt="2021-02-02T07:29:14.734" v="1208" actId="1076"/>
            <ac:spMkLst>
              <pc:docMk/>
              <pc:sldMasterMk cId="3226558009" sldId="2147483740"/>
              <pc:sldLayoutMk cId="2989932070" sldId="2147483733"/>
              <ac:spMk id="8" creationId="{D95773F8-D068-1F4A-994E-CAA5A3CA9D73}"/>
            </ac:spMkLst>
          </pc:spChg>
          <pc:spChg chg="del">
            <ac:chgData name="Krasauskaitė Ugnė" userId="dbe9a6d3-80d0-4cdc-b180-3639bbb88ba5" providerId="ADAL" clId="{07B18557-A708-BB4C-BDBE-7183D1358208}" dt="2021-02-02T07:29:17.049" v="1209" actId="478"/>
            <ac:spMkLst>
              <pc:docMk/>
              <pc:sldMasterMk cId="3226558009" sldId="2147483740"/>
              <pc:sldLayoutMk cId="2989932070" sldId="2147483733"/>
              <ac:spMk id="9" creationId="{75224FEE-B2A5-5B45-808C-F0B694341654}"/>
            </ac:spMkLst>
          </pc:spChg>
          <pc:spChg chg="del">
            <ac:chgData name="Krasauskaitė Ugnė" userId="dbe9a6d3-80d0-4cdc-b180-3639bbb88ba5" providerId="ADAL" clId="{07B18557-A708-BB4C-BDBE-7183D1358208}" dt="2021-02-02T07:28:56.401" v="1204" actId="478"/>
            <ac:spMkLst>
              <pc:docMk/>
              <pc:sldMasterMk cId="3226558009" sldId="2147483740"/>
              <pc:sldLayoutMk cId="2989932070" sldId="2147483733"/>
              <ac:spMk id="10" creationId="{B72BBEF3-610E-084B-8035-69D7E509C5AF}"/>
            </ac:spMkLst>
          </pc:spChg>
          <pc:spChg chg="add mod">
            <ac:chgData name="Krasauskaitė Ugnė" userId="dbe9a6d3-80d0-4cdc-b180-3639bbb88ba5" providerId="ADAL" clId="{07B18557-A708-BB4C-BDBE-7183D1358208}" dt="2021-02-02T07:29:21.657" v="1211" actId="1076"/>
            <ac:spMkLst>
              <pc:docMk/>
              <pc:sldMasterMk cId="3226558009" sldId="2147483740"/>
              <pc:sldLayoutMk cId="2989932070" sldId="2147483733"/>
              <ac:spMk id="11" creationId="{52F83555-CE96-6D4C-89FF-4953A94371F1}"/>
            </ac:spMkLst>
          </pc:spChg>
          <pc:spChg chg="del">
            <ac:chgData name="Krasauskaitė Ugnė" userId="dbe9a6d3-80d0-4cdc-b180-3639bbb88ba5" providerId="ADAL" clId="{07B18557-A708-BB4C-BDBE-7183D1358208}" dt="2021-02-02T07:28:48.131" v="1202" actId="478"/>
            <ac:spMkLst>
              <pc:docMk/>
              <pc:sldMasterMk cId="3226558009" sldId="2147483740"/>
              <pc:sldLayoutMk cId="2989932070" sldId="2147483733"/>
              <ac:spMk id="18" creationId="{504E145C-81F0-8344-8DEA-9501D7BD7159}"/>
            </ac:spMkLst>
          </pc:spChg>
          <pc:spChg chg="del">
            <ac:chgData name="Krasauskaitė Ugnė" userId="dbe9a6d3-80d0-4cdc-b180-3639bbb88ba5" providerId="ADAL" clId="{07B18557-A708-BB4C-BDBE-7183D1358208}" dt="2021-02-02T07:28:51.124" v="1203" actId="478"/>
            <ac:spMkLst>
              <pc:docMk/>
              <pc:sldMasterMk cId="3226558009" sldId="2147483740"/>
              <pc:sldLayoutMk cId="2989932070" sldId="2147483733"/>
              <ac:spMk id="20" creationId="{3E63EFE9-5010-3C45-ABA3-DB0AF79AC1EE}"/>
            </ac:spMkLst>
          </pc:spChg>
        </pc:sldLayoutChg>
        <pc:sldLayoutChg chg="modSp add mod modTransition setBg">
          <pc:chgData name="Krasauskaitė Ugnė" userId="dbe9a6d3-80d0-4cdc-b180-3639bbb88ba5" providerId="ADAL" clId="{07B18557-A708-BB4C-BDBE-7183D1358208}" dt="2021-02-02T07:29:45.524" v="1215"/>
          <pc:sldLayoutMkLst>
            <pc:docMk/>
            <pc:sldMasterMk cId="3226558009" sldId="2147483740"/>
            <pc:sldLayoutMk cId="3899158391" sldId="2147483734"/>
          </pc:sldLayoutMkLst>
          <pc:spChg chg="mod">
            <ac:chgData name="Krasauskaitė Ugnė" userId="dbe9a6d3-80d0-4cdc-b180-3639bbb88ba5" providerId="ADAL" clId="{07B18557-A708-BB4C-BDBE-7183D1358208}" dt="2021-02-02T07:29:42.079" v="1214" actId="207"/>
            <ac:spMkLst>
              <pc:docMk/>
              <pc:sldMasterMk cId="3226558009" sldId="2147483740"/>
              <pc:sldLayoutMk cId="3899158391" sldId="2147483734"/>
              <ac:spMk id="16" creationId="{69113ABE-874B-0647-8AAD-DE5BA4A26CCF}"/>
            </ac:spMkLst>
          </pc:spChg>
          <pc:spChg chg="mod">
            <ac:chgData name="Krasauskaitė Ugnė" userId="dbe9a6d3-80d0-4cdc-b180-3639bbb88ba5" providerId="ADAL" clId="{07B18557-A708-BB4C-BDBE-7183D1358208}" dt="2021-02-02T07:29:42.079" v="1214" actId="207"/>
            <ac:spMkLst>
              <pc:docMk/>
              <pc:sldMasterMk cId="3226558009" sldId="2147483740"/>
              <pc:sldLayoutMk cId="3899158391" sldId="2147483734"/>
              <ac:spMk id="19" creationId="{BAFEA5EF-7EB5-B242-B569-0521DECA7C5F}"/>
            </ac:spMkLst>
          </pc:spChg>
        </pc:sldLayoutChg>
        <pc:sldLayoutChg chg="modSp add mod ord modTransition">
          <pc:chgData name="Krasauskaitė Ugnė" userId="dbe9a6d3-80d0-4cdc-b180-3639bbb88ba5" providerId="ADAL" clId="{07B18557-A708-BB4C-BDBE-7183D1358208}" dt="2021-02-02T07:30:18.947" v="1222" actId="1076"/>
          <pc:sldLayoutMkLst>
            <pc:docMk/>
            <pc:sldMasterMk cId="3226558009" sldId="2147483740"/>
            <pc:sldLayoutMk cId="4197057146" sldId="2147483735"/>
          </pc:sldLayoutMkLst>
          <pc:spChg chg="mod">
            <ac:chgData name="Krasauskaitė Ugnė" userId="dbe9a6d3-80d0-4cdc-b180-3639bbb88ba5" providerId="ADAL" clId="{07B18557-A708-BB4C-BDBE-7183D1358208}" dt="2021-02-02T07:30:10.042" v="1219" actId="167"/>
            <ac:spMkLst>
              <pc:docMk/>
              <pc:sldMasterMk cId="3226558009" sldId="2147483740"/>
              <pc:sldLayoutMk cId="4197057146" sldId="2147483735"/>
              <ac:spMk id="8" creationId="{D95773F8-D068-1F4A-994E-CAA5A3CA9D73}"/>
            </ac:spMkLst>
          </pc:spChg>
          <pc:spChg chg="mod">
            <ac:chgData name="Krasauskaitė Ugnė" userId="dbe9a6d3-80d0-4cdc-b180-3639bbb88ba5" providerId="ADAL" clId="{07B18557-A708-BB4C-BDBE-7183D1358208}" dt="2021-02-02T07:30:18.947" v="1222" actId="1076"/>
            <ac:spMkLst>
              <pc:docMk/>
              <pc:sldMasterMk cId="3226558009" sldId="2147483740"/>
              <pc:sldLayoutMk cId="4197057146" sldId="2147483735"/>
              <ac:spMk id="11" creationId="{52F83555-CE96-6D4C-89FF-4953A94371F1}"/>
            </ac:spMkLst>
          </pc:spChg>
          <pc:spChg chg="mod">
            <ac:chgData name="Krasauskaitė Ugnė" userId="dbe9a6d3-80d0-4cdc-b180-3639bbb88ba5" providerId="ADAL" clId="{07B18557-A708-BB4C-BDBE-7183D1358208}" dt="2021-02-02T07:30:12.955" v="1220" actId="1076"/>
            <ac:spMkLst>
              <pc:docMk/>
              <pc:sldMasterMk cId="3226558009" sldId="2147483740"/>
              <pc:sldLayoutMk cId="4197057146" sldId="2147483735"/>
              <ac:spMk id="16" creationId="{69113ABE-874B-0647-8AAD-DE5BA4A26CCF}"/>
            </ac:spMkLst>
          </pc:spChg>
          <pc:spChg chg="mod">
            <ac:chgData name="Krasauskaitė Ugnė" userId="dbe9a6d3-80d0-4cdc-b180-3639bbb88ba5" providerId="ADAL" clId="{07B18557-A708-BB4C-BDBE-7183D1358208}" dt="2021-02-02T07:30:15.881" v="1221" actId="1076"/>
            <ac:spMkLst>
              <pc:docMk/>
              <pc:sldMasterMk cId="3226558009" sldId="2147483740"/>
              <pc:sldLayoutMk cId="4197057146" sldId="2147483735"/>
              <ac:spMk id="19" creationId="{BAFEA5EF-7EB5-B242-B569-0521DECA7C5F}"/>
            </ac:spMkLst>
          </pc:spChg>
        </pc:sldLayoutChg>
        <pc:sldLayoutChg chg="modSp add mod modTransition setBg">
          <pc:chgData name="Krasauskaitė Ugnė" userId="dbe9a6d3-80d0-4cdc-b180-3639bbb88ba5" providerId="ADAL" clId="{07B18557-A708-BB4C-BDBE-7183D1358208}" dt="2021-02-02T07:30:33.115" v="1226"/>
          <pc:sldLayoutMkLst>
            <pc:docMk/>
            <pc:sldMasterMk cId="3226558009" sldId="2147483740"/>
            <pc:sldLayoutMk cId="1911777476" sldId="2147483736"/>
          </pc:sldLayoutMkLst>
          <pc:spChg chg="mod">
            <ac:chgData name="Krasauskaitė Ugnė" userId="dbe9a6d3-80d0-4cdc-b180-3639bbb88ba5" providerId="ADAL" clId="{07B18557-A708-BB4C-BDBE-7183D1358208}" dt="2021-02-02T07:30:28.268" v="1224" actId="207"/>
            <ac:spMkLst>
              <pc:docMk/>
              <pc:sldMasterMk cId="3226558009" sldId="2147483740"/>
              <pc:sldLayoutMk cId="1911777476" sldId="2147483736"/>
              <ac:spMk id="16" creationId="{69113ABE-874B-0647-8AAD-DE5BA4A26CCF}"/>
            </ac:spMkLst>
          </pc:spChg>
          <pc:spChg chg="mod">
            <ac:chgData name="Krasauskaitė Ugnė" userId="dbe9a6d3-80d0-4cdc-b180-3639bbb88ba5" providerId="ADAL" clId="{07B18557-A708-BB4C-BDBE-7183D1358208}" dt="2021-02-02T07:30:28.268" v="1224" actId="207"/>
            <ac:spMkLst>
              <pc:docMk/>
              <pc:sldMasterMk cId="3226558009" sldId="2147483740"/>
              <pc:sldLayoutMk cId="1911777476" sldId="2147483736"/>
              <ac:spMk id="19" creationId="{BAFEA5EF-7EB5-B242-B569-0521DECA7C5F}"/>
            </ac:spMkLst>
          </pc:spChg>
        </pc:sldLayoutChg>
        <pc:sldLayoutChg chg="addSp delSp modSp add mod ord modTransition">
          <pc:chgData name="Krasauskaitė Ugnė" userId="dbe9a6d3-80d0-4cdc-b180-3639bbb88ba5" providerId="ADAL" clId="{07B18557-A708-BB4C-BDBE-7183D1358208}" dt="2021-02-02T07:55:41.373" v="1384" actId="207"/>
          <pc:sldLayoutMkLst>
            <pc:docMk/>
            <pc:sldMasterMk cId="2010401343" sldId="2147483648"/>
            <pc:sldLayoutMk cId="4182828940" sldId="2147483737"/>
          </pc:sldLayoutMkLst>
          <pc:spChg chg="mod">
            <ac:chgData name="Krasauskaitė Ugnė" userId="dbe9a6d3-80d0-4cdc-b180-3639bbb88ba5" providerId="ADAL" clId="{07B18557-A708-BB4C-BDBE-7183D1358208}" dt="2021-02-02T07:55:41.373" v="1384" actId="207"/>
            <ac:spMkLst>
              <pc:docMk/>
              <pc:sldMasterMk cId="2010401343" sldId="2147483648"/>
              <pc:sldLayoutMk cId="4182828940" sldId="2147483737"/>
              <ac:spMk id="13" creationId="{DCD1856C-F327-BF49-A715-D3258E845AB5}"/>
            </ac:spMkLst>
          </pc:spChg>
          <pc:spChg chg="del">
            <ac:chgData name="Krasauskaitė Ugnė" userId="dbe9a6d3-80d0-4cdc-b180-3639bbb88ba5" providerId="ADAL" clId="{07B18557-A708-BB4C-BDBE-7183D1358208}" dt="2021-02-02T07:31:37.268" v="1231" actId="478"/>
            <ac:spMkLst>
              <pc:docMk/>
              <pc:sldMasterMk cId="2010401343" sldId="2147483648"/>
              <pc:sldLayoutMk cId="4182828940" sldId="2147483737"/>
              <ac:spMk id="19" creationId="{CD1AB869-1A97-C74F-B22C-8C4A3C855317}"/>
            </ac:spMkLst>
          </pc:spChg>
          <pc:picChg chg="add del mod">
            <ac:chgData name="Krasauskaitė Ugnė" userId="dbe9a6d3-80d0-4cdc-b180-3639bbb88ba5" providerId="ADAL" clId="{07B18557-A708-BB4C-BDBE-7183D1358208}" dt="2021-02-02T07:32:27.001" v="1241" actId="478"/>
            <ac:picMkLst>
              <pc:docMk/>
              <pc:sldMasterMk cId="2010401343" sldId="2147483648"/>
              <pc:sldLayoutMk cId="4182828940" sldId="2147483737"/>
              <ac:picMk id="2" creationId="{00701BE0-6F2E-274A-8789-8340354E9FF2}"/>
            </ac:picMkLst>
          </pc:picChg>
          <pc:picChg chg="del">
            <ac:chgData name="Krasauskaitė Ugnė" userId="dbe9a6d3-80d0-4cdc-b180-3639bbb88ba5" providerId="ADAL" clId="{07B18557-A708-BB4C-BDBE-7183D1358208}" dt="2021-02-02T07:31:39.421" v="1233" actId="478"/>
            <ac:picMkLst>
              <pc:docMk/>
              <pc:sldMasterMk cId="2010401343" sldId="2147483648"/>
              <pc:sldLayoutMk cId="4182828940" sldId="2147483737"/>
              <ac:picMk id="10" creationId="{6B7DEC24-8D93-6D48-A79C-7BDDFFA2B161}"/>
            </ac:picMkLst>
          </pc:picChg>
          <pc:picChg chg="add mod">
            <ac:chgData name="Krasauskaitė Ugnė" userId="dbe9a6d3-80d0-4cdc-b180-3639bbb88ba5" providerId="ADAL" clId="{07B18557-A708-BB4C-BDBE-7183D1358208}" dt="2021-02-02T07:32:29.668" v="1243"/>
            <ac:picMkLst>
              <pc:docMk/>
              <pc:sldMasterMk cId="2010401343" sldId="2147483648"/>
              <pc:sldLayoutMk cId="4182828940" sldId="2147483737"/>
              <ac:picMk id="11" creationId="{69C3A560-9403-BC49-A5F7-C015081D15DE}"/>
            </ac:picMkLst>
          </pc:picChg>
          <pc:picChg chg="add mod">
            <ac:chgData name="Krasauskaitė Ugnė" userId="dbe9a6d3-80d0-4cdc-b180-3639bbb88ba5" providerId="ADAL" clId="{07B18557-A708-BB4C-BDBE-7183D1358208}" dt="2021-02-02T07:32:51.435" v="1246" actId="1076"/>
            <ac:picMkLst>
              <pc:docMk/>
              <pc:sldMasterMk cId="2010401343" sldId="2147483648"/>
              <pc:sldLayoutMk cId="4182828940" sldId="2147483737"/>
              <ac:picMk id="12" creationId="{6E36B143-6BE1-0541-83D6-F8722667238A}"/>
            </ac:picMkLst>
          </pc:picChg>
          <pc:picChg chg="add del">
            <ac:chgData name="Krasauskaitė Ugnė" userId="dbe9a6d3-80d0-4cdc-b180-3639bbb88ba5" providerId="ADAL" clId="{07B18557-A708-BB4C-BDBE-7183D1358208}" dt="2021-02-02T07:32:29.172" v="1242" actId="478"/>
            <ac:picMkLst>
              <pc:docMk/>
              <pc:sldMasterMk cId="2010401343" sldId="2147483648"/>
              <pc:sldLayoutMk cId="4182828940" sldId="2147483737"/>
              <ac:picMk id="16" creationId="{A7015AA5-A63A-AA42-ACD1-300F08FBDCD4}"/>
            </ac:picMkLst>
          </pc:picChg>
          <pc:picChg chg="del">
            <ac:chgData name="Krasauskaitė Ugnė" userId="dbe9a6d3-80d0-4cdc-b180-3639bbb88ba5" providerId="ADAL" clId="{07B18557-A708-BB4C-BDBE-7183D1358208}" dt="2021-02-02T07:31:38.168" v="1232" actId="478"/>
            <ac:picMkLst>
              <pc:docMk/>
              <pc:sldMasterMk cId="2010401343" sldId="2147483648"/>
              <pc:sldLayoutMk cId="4182828940" sldId="2147483737"/>
              <ac:picMk id="23" creationId="{810A3938-1C5A-734A-9AEB-AA2A81156F6C}"/>
            </ac:picMkLst>
          </pc:picChg>
        </pc:sldLayoutChg>
        <pc:sldLayoutChg chg="addSp delSp modSp add mod ord modTransition setBg">
          <pc:chgData name="Krasauskaitė Ugnė" userId="dbe9a6d3-80d0-4cdc-b180-3639bbb88ba5" providerId="ADAL" clId="{07B18557-A708-BB4C-BDBE-7183D1358208}" dt="2021-02-02T07:40:23.756" v="1291" actId="6014"/>
          <pc:sldLayoutMkLst>
            <pc:docMk/>
            <pc:sldMasterMk cId="2010401343" sldId="2147483648"/>
            <pc:sldLayoutMk cId="2233462981" sldId="2147483738"/>
          </pc:sldLayoutMkLst>
          <pc:spChg chg="mod">
            <ac:chgData name="Krasauskaitė Ugnė" userId="dbe9a6d3-80d0-4cdc-b180-3639bbb88ba5" providerId="ADAL" clId="{07B18557-A708-BB4C-BDBE-7183D1358208}" dt="2021-02-02T07:33:08.692" v="1248" actId="207"/>
            <ac:spMkLst>
              <pc:docMk/>
              <pc:sldMasterMk cId="2010401343" sldId="2147483648"/>
              <pc:sldLayoutMk cId="2233462981" sldId="2147483738"/>
              <ac:spMk id="13" creationId="{DCD1856C-F327-BF49-A715-D3258E845AB5}"/>
            </ac:spMkLst>
          </pc:spChg>
          <pc:spChg chg="mod">
            <ac:chgData name="Krasauskaitė Ugnė" userId="dbe9a6d3-80d0-4cdc-b180-3639bbb88ba5" providerId="ADAL" clId="{07B18557-A708-BB4C-BDBE-7183D1358208}" dt="2021-02-02T07:34:02.583" v="1262" actId="207"/>
            <ac:spMkLst>
              <pc:docMk/>
              <pc:sldMasterMk cId="2010401343" sldId="2147483648"/>
              <pc:sldLayoutMk cId="2233462981" sldId="2147483738"/>
              <ac:spMk id="20" creationId="{0DA89282-BC77-374F-8ABF-0748E20950C4}"/>
            </ac:spMkLst>
          </pc:spChg>
          <pc:spChg chg="mod">
            <ac:chgData name="Krasauskaitė Ugnė" userId="dbe9a6d3-80d0-4cdc-b180-3639bbb88ba5" providerId="ADAL" clId="{07B18557-A708-BB4C-BDBE-7183D1358208}" dt="2021-02-02T07:33:08.692" v="1248" actId="207"/>
            <ac:spMkLst>
              <pc:docMk/>
              <pc:sldMasterMk cId="2010401343" sldId="2147483648"/>
              <pc:sldLayoutMk cId="2233462981" sldId="2147483738"/>
              <ac:spMk id="21" creationId="{B4B86B12-DA76-274D-9D4F-46D64739DB84}"/>
            </ac:spMkLst>
          </pc:spChg>
          <pc:spChg chg="mod">
            <ac:chgData name="Krasauskaitė Ugnė" userId="dbe9a6d3-80d0-4cdc-b180-3639bbb88ba5" providerId="ADAL" clId="{07B18557-A708-BB4C-BDBE-7183D1358208}" dt="2021-02-02T07:33:08.692" v="1248" actId="207"/>
            <ac:spMkLst>
              <pc:docMk/>
              <pc:sldMasterMk cId="2010401343" sldId="2147483648"/>
              <pc:sldLayoutMk cId="2233462981" sldId="2147483738"/>
              <ac:spMk id="22" creationId="{587BF503-4657-4144-AE5A-7FC3C4A8467D}"/>
            </ac:spMkLst>
          </pc:spChg>
          <pc:picChg chg="add del mod">
            <ac:chgData name="Krasauskaitė Ugnė" userId="dbe9a6d3-80d0-4cdc-b180-3639bbb88ba5" providerId="ADAL" clId="{07B18557-A708-BB4C-BDBE-7183D1358208}" dt="2021-02-02T07:33:32.047" v="1253" actId="478"/>
            <ac:picMkLst>
              <pc:docMk/>
              <pc:sldMasterMk cId="2010401343" sldId="2147483648"/>
              <pc:sldLayoutMk cId="2233462981" sldId="2147483738"/>
              <ac:picMk id="2" creationId="{78DC013E-5154-6E40-9892-7BCE190EB7B8}"/>
            </ac:picMkLst>
          </pc:picChg>
          <pc:picChg chg="add mod">
            <ac:chgData name="Krasauskaitė Ugnė" userId="dbe9a6d3-80d0-4cdc-b180-3639bbb88ba5" providerId="ADAL" clId="{07B18557-A708-BB4C-BDBE-7183D1358208}" dt="2021-02-02T07:33:34.453" v="1255"/>
            <ac:picMkLst>
              <pc:docMk/>
              <pc:sldMasterMk cId="2010401343" sldId="2147483648"/>
              <pc:sldLayoutMk cId="2233462981" sldId="2147483738"/>
              <ac:picMk id="9" creationId="{C66F165C-7173-9B41-9B41-5FC5C0B7D53F}"/>
            </ac:picMkLst>
          </pc:picChg>
          <pc:picChg chg="add del mod">
            <ac:chgData name="Krasauskaitė Ugnė" userId="dbe9a6d3-80d0-4cdc-b180-3639bbb88ba5" providerId="ADAL" clId="{07B18557-A708-BB4C-BDBE-7183D1358208}" dt="2021-02-02T07:33:54.093" v="1259" actId="478"/>
            <ac:picMkLst>
              <pc:docMk/>
              <pc:sldMasterMk cId="2010401343" sldId="2147483648"/>
              <pc:sldLayoutMk cId="2233462981" sldId="2147483738"/>
              <ac:picMk id="10" creationId="{0C237020-97A5-D149-91A8-78F048E95896}"/>
            </ac:picMkLst>
          </pc:picChg>
          <pc:picChg chg="del">
            <ac:chgData name="Krasauskaitė Ugnė" userId="dbe9a6d3-80d0-4cdc-b180-3639bbb88ba5" providerId="ADAL" clId="{07B18557-A708-BB4C-BDBE-7183D1358208}" dt="2021-02-02T07:33:33.284" v="1254" actId="478"/>
            <ac:picMkLst>
              <pc:docMk/>
              <pc:sldMasterMk cId="2010401343" sldId="2147483648"/>
              <pc:sldLayoutMk cId="2233462981" sldId="2147483738"/>
              <ac:picMk id="11" creationId="{69C3A560-9403-BC49-A5F7-C015081D15DE}"/>
            </ac:picMkLst>
          </pc:picChg>
          <pc:picChg chg="del">
            <ac:chgData name="Krasauskaitė Ugnė" userId="dbe9a6d3-80d0-4cdc-b180-3639bbb88ba5" providerId="ADAL" clId="{07B18557-A708-BB4C-BDBE-7183D1358208}" dt="2021-02-02T07:33:55.025" v="1260" actId="478"/>
            <ac:picMkLst>
              <pc:docMk/>
              <pc:sldMasterMk cId="2010401343" sldId="2147483648"/>
              <pc:sldLayoutMk cId="2233462981" sldId="2147483738"/>
              <ac:picMk id="12" creationId="{6E36B143-6BE1-0541-83D6-F8722667238A}"/>
            </ac:picMkLst>
          </pc:picChg>
          <pc:picChg chg="add mod">
            <ac:chgData name="Krasauskaitė Ugnė" userId="dbe9a6d3-80d0-4cdc-b180-3639bbb88ba5" providerId="ADAL" clId="{07B18557-A708-BB4C-BDBE-7183D1358208}" dt="2021-02-02T07:33:56.145" v="1261"/>
            <ac:picMkLst>
              <pc:docMk/>
              <pc:sldMasterMk cId="2010401343" sldId="2147483648"/>
              <pc:sldLayoutMk cId="2233462981" sldId="2147483738"/>
              <ac:picMk id="14" creationId="{0B47D6DC-D91B-A144-80BE-9E55BF0FD1FC}"/>
            </ac:picMkLst>
          </pc:picChg>
        </pc:sldLayoutChg>
        <pc:sldLayoutChg chg="add mod modTransition">
          <pc:chgData name="Krasauskaitė Ugnė" userId="dbe9a6d3-80d0-4cdc-b180-3639bbb88ba5" providerId="ADAL" clId="{07B18557-A708-BB4C-BDBE-7183D1358208}" dt="2021-02-02T07:47:49.211" v="1353" actId="6014"/>
          <pc:sldLayoutMkLst>
            <pc:docMk/>
            <pc:sldMasterMk cId="2010401343" sldId="2147483648"/>
            <pc:sldLayoutMk cId="1770696105" sldId="2147483739"/>
          </pc:sldLayoutMkLst>
        </pc:sldLayoutChg>
        <pc:sldLayoutChg chg="addSp delSp modSp add del mod modTransition setBg">
          <pc:chgData name="Krasauskaitė Ugnė" userId="dbe9a6d3-80d0-4cdc-b180-3639bbb88ba5" providerId="ADAL" clId="{07B18557-A708-BB4C-BDBE-7183D1358208}" dt="2021-02-02T07:46:58.472" v="1345" actId="2696"/>
          <pc:sldLayoutMkLst>
            <pc:docMk/>
            <pc:sldMasterMk cId="2010401343" sldId="2147483648"/>
            <pc:sldLayoutMk cId="2054743951" sldId="2147483739"/>
          </pc:sldLayoutMkLst>
          <pc:spChg chg="mod">
            <ac:chgData name="Krasauskaitė Ugnė" userId="dbe9a6d3-80d0-4cdc-b180-3639bbb88ba5" providerId="ADAL" clId="{07B18557-A708-BB4C-BDBE-7183D1358208}" dt="2021-02-02T07:42:56.885" v="1310" actId="207"/>
            <ac:spMkLst>
              <pc:docMk/>
              <pc:sldMasterMk cId="2010401343" sldId="2147483648"/>
              <pc:sldLayoutMk cId="2054743951" sldId="2147483739"/>
              <ac:spMk id="10" creationId="{B72BBEF3-610E-084B-8035-69D7E509C5AF}"/>
            </ac:spMkLst>
          </pc:spChg>
          <pc:spChg chg="mod">
            <ac:chgData name="Krasauskaitė Ugnė" userId="dbe9a6d3-80d0-4cdc-b180-3639bbb88ba5" providerId="ADAL" clId="{07B18557-A708-BB4C-BDBE-7183D1358208}" dt="2021-02-02T07:42:56.885" v="1310" actId="207"/>
            <ac:spMkLst>
              <pc:docMk/>
              <pc:sldMasterMk cId="2010401343" sldId="2147483648"/>
              <pc:sldLayoutMk cId="2054743951" sldId="2147483739"/>
              <ac:spMk id="16" creationId="{69113ABE-874B-0647-8AAD-DE5BA4A26CCF}"/>
            </ac:spMkLst>
          </pc:spChg>
          <pc:spChg chg="mod">
            <ac:chgData name="Krasauskaitė Ugnė" userId="dbe9a6d3-80d0-4cdc-b180-3639bbb88ba5" providerId="ADAL" clId="{07B18557-A708-BB4C-BDBE-7183D1358208}" dt="2021-02-02T07:42:56.885" v="1310" actId="207"/>
            <ac:spMkLst>
              <pc:docMk/>
              <pc:sldMasterMk cId="2010401343" sldId="2147483648"/>
              <pc:sldLayoutMk cId="2054743951" sldId="2147483739"/>
              <ac:spMk id="19" creationId="{BAFEA5EF-7EB5-B242-B569-0521DECA7C5F}"/>
            </ac:spMkLst>
          </pc:spChg>
          <pc:spChg chg="mod">
            <ac:chgData name="Krasauskaitė Ugnė" userId="dbe9a6d3-80d0-4cdc-b180-3639bbb88ba5" providerId="ADAL" clId="{07B18557-A708-BB4C-BDBE-7183D1358208}" dt="2021-02-02T07:42:56.885" v="1310" actId="207"/>
            <ac:spMkLst>
              <pc:docMk/>
              <pc:sldMasterMk cId="2010401343" sldId="2147483648"/>
              <pc:sldLayoutMk cId="2054743951" sldId="2147483739"/>
              <ac:spMk id="20" creationId="{3E63EFE9-5010-3C45-ABA3-DB0AF79AC1EE}"/>
            </ac:spMkLst>
          </pc:spChg>
          <pc:picChg chg="add mod">
            <ac:chgData name="Krasauskaitė Ugnė" userId="dbe9a6d3-80d0-4cdc-b180-3639bbb88ba5" providerId="ADAL" clId="{07B18557-A708-BB4C-BDBE-7183D1358208}" dt="2021-02-02T07:42:47.107" v="1309" actId="171"/>
            <ac:picMkLst>
              <pc:docMk/>
              <pc:sldMasterMk cId="2010401343" sldId="2147483648"/>
              <pc:sldLayoutMk cId="2054743951" sldId="2147483739"/>
              <ac:picMk id="2" creationId="{DD3EA464-5BD9-4443-9F6C-0957DEBA2E04}"/>
            </ac:picMkLst>
          </pc:picChg>
          <pc:picChg chg="del mod">
            <ac:chgData name="Krasauskaitė Ugnė" userId="dbe9a6d3-80d0-4cdc-b180-3639bbb88ba5" providerId="ADAL" clId="{07B18557-A708-BB4C-BDBE-7183D1358208}" dt="2021-02-02T07:42:38.657" v="1304" actId="478"/>
            <ac:picMkLst>
              <pc:docMk/>
              <pc:sldMasterMk cId="2010401343" sldId="2147483648"/>
              <pc:sldLayoutMk cId="2054743951" sldId="2147483739"/>
              <ac:picMk id="3" creationId="{2BC74FC8-653D-6C4D-BBBD-3FB72EAF0D5F}"/>
            </ac:picMkLst>
          </pc:picChg>
        </pc:sldLayoutChg>
        <pc:sldLayoutChg chg="add del mod modTransition">
          <pc:chgData name="Krasauskaitė Ugnė" userId="dbe9a6d3-80d0-4cdc-b180-3639bbb88ba5" providerId="ADAL" clId="{07B18557-A708-BB4C-BDBE-7183D1358208}" dt="2021-02-02T07:40:25.783" v="1293" actId="2890"/>
          <pc:sldLayoutMkLst>
            <pc:docMk/>
            <pc:sldMasterMk cId="2010401343" sldId="2147483648"/>
            <pc:sldLayoutMk cId="3510925537" sldId="2147483739"/>
          </pc:sldLayoutMkLst>
        </pc:sldLayoutChg>
        <pc:sldLayoutChg chg="add del mod replId modTransition">
          <pc:chgData name="Krasauskaitė Ugnė" userId="dbe9a6d3-80d0-4cdc-b180-3639bbb88ba5" providerId="ADAL" clId="{07B18557-A708-BB4C-BDBE-7183D1358208}" dt="2021-02-02T07:45:14.898" v="1335" actId="2890"/>
          <pc:sldLayoutMkLst>
            <pc:docMk/>
            <pc:sldMasterMk cId="2010401343" sldId="2147483648"/>
            <pc:sldLayoutMk cId="1710025390" sldId="2147483743"/>
          </pc:sldLayoutMkLst>
        </pc:sldLayoutChg>
      </pc:sldMasterChg>
      <pc:sldMasterChg chg="delSp new mod addSldLayout delSldLayout modSldLayout">
        <pc:chgData name="Krasauskaitė Ugnė" userId="dbe9a6d3-80d0-4cdc-b180-3639bbb88ba5" providerId="ADAL" clId="{07B18557-A708-BB4C-BDBE-7183D1358208}" dt="2021-02-02T07:54:47.686" v="1379" actId="692"/>
        <pc:sldMasterMkLst>
          <pc:docMk/>
          <pc:sldMasterMk cId="1568673086" sldId="2147483707"/>
        </pc:sldMasterMkLst>
        <pc:spChg chg="del">
          <ac:chgData name="Krasauskaitė Ugnė" userId="dbe9a6d3-80d0-4cdc-b180-3639bbb88ba5" providerId="ADAL" clId="{07B18557-A708-BB4C-BDBE-7183D1358208}" dt="2021-02-01T13:44:47.039" v="10" actId="478"/>
          <ac:spMkLst>
            <pc:docMk/>
            <pc:sldMasterMk cId="1568673086" sldId="2147483707"/>
            <ac:spMk id="2" creationId="{A88BE7E6-1693-B34B-AC5A-0A9A24541F05}"/>
          </ac:spMkLst>
        </pc:spChg>
        <pc:spChg chg="del">
          <ac:chgData name="Krasauskaitė Ugnė" userId="dbe9a6d3-80d0-4cdc-b180-3639bbb88ba5" providerId="ADAL" clId="{07B18557-A708-BB4C-BDBE-7183D1358208}" dt="2021-02-01T13:44:47.039" v="10" actId="478"/>
          <ac:spMkLst>
            <pc:docMk/>
            <pc:sldMasterMk cId="1568673086" sldId="2147483707"/>
            <ac:spMk id="3" creationId="{F4F54069-018F-FB4C-84F8-A2DC00E53FE9}"/>
          </ac:spMkLst>
        </pc:spChg>
        <pc:spChg chg="del">
          <ac:chgData name="Krasauskaitė Ugnė" userId="dbe9a6d3-80d0-4cdc-b180-3639bbb88ba5" providerId="ADAL" clId="{07B18557-A708-BB4C-BDBE-7183D1358208}" dt="2021-02-01T13:44:47.039" v="10" actId="478"/>
          <ac:spMkLst>
            <pc:docMk/>
            <pc:sldMasterMk cId="1568673086" sldId="2147483707"/>
            <ac:spMk id="4" creationId="{AC76CE9D-603C-9A49-B9DB-7FA0D8F2D967}"/>
          </ac:spMkLst>
        </pc:spChg>
        <pc:spChg chg="del">
          <ac:chgData name="Krasauskaitė Ugnė" userId="dbe9a6d3-80d0-4cdc-b180-3639bbb88ba5" providerId="ADAL" clId="{07B18557-A708-BB4C-BDBE-7183D1358208}" dt="2021-02-01T13:44:47.039" v="10" actId="478"/>
          <ac:spMkLst>
            <pc:docMk/>
            <pc:sldMasterMk cId="1568673086" sldId="2147483707"/>
            <ac:spMk id="5" creationId="{B73417F4-BB1F-DA45-9AD0-E0E7044207E9}"/>
          </ac:spMkLst>
        </pc:spChg>
        <pc:spChg chg="del">
          <ac:chgData name="Krasauskaitė Ugnė" userId="dbe9a6d3-80d0-4cdc-b180-3639bbb88ba5" providerId="ADAL" clId="{07B18557-A708-BB4C-BDBE-7183D1358208}" dt="2021-02-01T13:44:47.039" v="10" actId="478"/>
          <ac:spMkLst>
            <pc:docMk/>
            <pc:sldMasterMk cId="1568673086" sldId="2147483707"/>
            <ac:spMk id="6" creationId="{F808B648-29C2-F945-94EE-EEC9E0FF9B96}"/>
          </ac:spMkLst>
        </pc:spChg>
        <pc:sldLayoutChg chg="addSp delSp modSp new mod replId setBg">
          <pc:chgData name="Krasauskaitė Ugnė" userId="dbe9a6d3-80d0-4cdc-b180-3639bbb88ba5" providerId="ADAL" clId="{07B18557-A708-BB4C-BDBE-7183D1358208}" dt="2021-02-02T07:54:47.686" v="1379" actId="692"/>
          <pc:sldLayoutMkLst>
            <pc:docMk/>
            <pc:sldMasterMk cId="1568673086" sldId="2147483707"/>
            <pc:sldLayoutMk cId="232310961" sldId="2147483708"/>
          </pc:sldLayoutMkLst>
          <pc:spChg chg="del">
            <ac:chgData name="Krasauskaitė Ugnė" userId="dbe9a6d3-80d0-4cdc-b180-3639bbb88ba5" providerId="ADAL" clId="{07B18557-A708-BB4C-BDBE-7183D1358208}" dt="2021-02-01T13:44:53.308" v="11" actId="478"/>
            <ac:spMkLst>
              <pc:docMk/>
              <pc:sldMasterMk cId="1568673086" sldId="2147483707"/>
              <pc:sldLayoutMk cId="232310961" sldId="2147483708"/>
              <ac:spMk id="2" creationId="{34EFA849-CD4E-874E-AF79-DCFD974EAF89}"/>
            </ac:spMkLst>
          </pc:spChg>
          <pc:spChg chg="del">
            <ac:chgData name="Krasauskaitė Ugnė" userId="dbe9a6d3-80d0-4cdc-b180-3639bbb88ba5" providerId="ADAL" clId="{07B18557-A708-BB4C-BDBE-7183D1358208}" dt="2021-02-01T13:44:53.308" v="11" actId="478"/>
            <ac:spMkLst>
              <pc:docMk/>
              <pc:sldMasterMk cId="1568673086" sldId="2147483707"/>
              <pc:sldLayoutMk cId="232310961" sldId="2147483708"/>
              <ac:spMk id="3" creationId="{F4F7F284-1106-634B-AC24-00EBB2AE7F0C}"/>
            </ac:spMkLst>
          </pc:spChg>
          <pc:spChg chg="del">
            <ac:chgData name="Krasauskaitė Ugnė" userId="dbe9a6d3-80d0-4cdc-b180-3639bbb88ba5" providerId="ADAL" clId="{07B18557-A708-BB4C-BDBE-7183D1358208}" dt="2021-02-01T13:44:53.308" v="11" actId="478"/>
            <ac:spMkLst>
              <pc:docMk/>
              <pc:sldMasterMk cId="1568673086" sldId="2147483707"/>
              <pc:sldLayoutMk cId="232310961" sldId="2147483708"/>
              <ac:spMk id="4" creationId="{81C3E587-8FC3-CB4F-AB53-784275D269D8}"/>
            </ac:spMkLst>
          </pc:spChg>
          <pc:spChg chg="del">
            <ac:chgData name="Krasauskaitė Ugnė" userId="dbe9a6d3-80d0-4cdc-b180-3639bbb88ba5" providerId="ADAL" clId="{07B18557-A708-BB4C-BDBE-7183D1358208}" dt="2021-02-01T13:44:53.308" v="11" actId="478"/>
            <ac:spMkLst>
              <pc:docMk/>
              <pc:sldMasterMk cId="1568673086" sldId="2147483707"/>
              <pc:sldLayoutMk cId="232310961" sldId="2147483708"/>
              <ac:spMk id="5" creationId="{3E9246EE-83C6-0D44-8988-7CE6D556F9E0}"/>
            </ac:spMkLst>
          </pc:spChg>
          <pc:spChg chg="del">
            <ac:chgData name="Krasauskaitė Ugnė" userId="dbe9a6d3-80d0-4cdc-b180-3639bbb88ba5" providerId="ADAL" clId="{07B18557-A708-BB4C-BDBE-7183D1358208}" dt="2021-02-01T13:44:53.308" v="11" actId="478"/>
            <ac:spMkLst>
              <pc:docMk/>
              <pc:sldMasterMk cId="1568673086" sldId="2147483707"/>
              <pc:sldLayoutMk cId="232310961" sldId="2147483708"/>
              <ac:spMk id="6" creationId="{59B4E778-3A3B-724B-85B9-DFC6DAAA576C}"/>
            </ac:spMkLst>
          </pc:spChg>
          <pc:spChg chg="add del mod">
            <ac:chgData name="Krasauskaitė Ugnė" userId="dbe9a6d3-80d0-4cdc-b180-3639bbb88ba5" providerId="ADAL" clId="{07B18557-A708-BB4C-BDBE-7183D1358208}" dt="2021-02-01T13:45:40.554" v="17"/>
            <ac:spMkLst>
              <pc:docMk/>
              <pc:sldMasterMk cId="1568673086" sldId="2147483707"/>
              <pc:sldLayoutMk cId="232310961" sldId="2147483708"/>
              <ac:spMk id="9" creationId="{54838777-6302-9B4F-988A-1F77AB4B1331}"/>
            </ac:spMkLst>
          </pc:spChg>
          <pc:spChg chg="add del mod">
            <ac:chgData name="Krasauskaitė Ugnė" userId="dbe9a6d3-80d0-4cdc-b180-3639bbb88ba5" providerId="ADAL" clId="{07B18557-A708-BB4C-BDBE-7183D1358208}" dt="2021-02-01T13:45:40.554" v="17"/>
            <ac:spMkLst>
              <pc:docMk/>
              <pc:sldMasterMk cId="1568673086" sldId="2147483707"/>
              <pc:sldLayoutMk cId="232310961" sldId="2147483708"/>
              <ac:spMk id="10" creationId="{2D6E4BA0-DCBE-0D42-AF01-C531421B2942}"/>
            </ac:spMkLst>
          </pc:spChg>
          <pc:spChg chg="add mod">
            <ac:chgData name="Krasauskaitė Ugnė" userId="dbe9a6d3-80d0-4cdc-b180-3639bbb88ba5" providerId="ADAL" clId="{07B18557-A708-BB4C-BDBE-7183D1358208}" dt="2021-02-01T14:03:01.780" v="195" actId="1076"/>
            <ac:spMkLst>
              <pc:docMk/>
              <pc:sldMasterMk cId="1568673086" sldId="2147483707"/>
              <pc:sldLayoutMk cId="232310961" sldId="2147483708"/>
              <ac:spMk id="13" creationId="{3AB4F772-2275-974B-AA4E-C0D2280B6421}"/>
            </ac:spMkLst>
          </pc:spChg>
          <pc:graphicFrameChg chg="add del mod">
            <ac:chgData name="Krasauskaitė Ugnė" userId="dbe9a6d3-80d0-4cdc-b180-3639bbb88ba5" providerId="ADAL" clId="{07B18557-A708-BB4C-BDBE-7183D1358208}" dt="2021-02-01T13:45:40.554" v="17"/>
            <ac:graphicFrameMkLst>
              <pc:docMk/>
              <pc:sldMasterMk cId="1568673086" sldId="2147483707"/>
              <pc:sldLayoutMk cId="232310961" sldId="2147483708"/>
              <ac:graphicFrameMk id="7" creationId="{D075572F-EE1E-8546-BC30-1CC57A0B3E7C}"/>
            </ac:graphicFrameMkLst>
          </pc:graphicFrameChg>
          <pc:graphicFrameChg chg="add del mod">
            <ac:chgData name="Krasauskaitė Ugnė" userId="dbe9a6d3-80d0-4cdc-b180-3639bbb88ba5" providerId="ADAL" clId="{07B18557-A708-BB4C-BDBE-7183D1358208}" dt="2021-02-01T13:45:40.554" v="17"/>
            <ac:graphicFrameMkLst>
              <pc:docMk/>
              <pc:sldMasterMk cId="1568673086" sldId="2147483707"/>
              <pc:sldLayoutMk cId="232310961" sldId="2147483708"/>
              <ac:graphicFrameMk id="8" creationId="{276C34B3-37F2-794A-B43E-3174D36EC177}"/>
            </ac:graphicFrameMkLst>
          </pc:graphicFrameChg>
          <pc:graphicFrameChg chg="add mod">
            <ac:chgData name="Krasauskaitė Ugnė" userId="dbe9a6d3-80d0-4cdc-b180-3639bbb88ba5" providerId="ADAL" clId="{07B18557-A708-BB4C-BDBE-7183D1358208}" dt="2021-02-01T13:53:24.327" v="114" actId="692"/>
            <ac:graphicFrameMkLst>
              <pc:docMk/>
              <pc:sldMasterMk cId="1568673086" sldId="2147483707"/>
              <pc:sldLayoutMk cId="232310961" sldId="2147483708"/>
              <ac:graphicFrameMk id="11" creationId="{E97E286C-F119-164D-98B5-7554300BFF15}"/>
            </ac:graphicFrameMkLst>
          </pc:graphicFrameChg>
          <pc:graphicFrameChg chg="add mod">
            <ac:chgData name="Krasauskaitė Ugnė" userId="dbe9a6d3-80d0-4cdc-b180-3639bbb88ba5" providerId="ADAL" clId="{07B18557-A708-BB4C-BDBE-7183D1358208}" dt="2021-02-02T07:54:47.686" v="1379" actId="692"/>
            <ac:graphicFrameMkLst>
              <pc:docMk/>
              <pc:sldMasterMk cId="1568673086" sldId="2147483707"/>
              <pc:sldLayoutMk cId="232310961" sldId="2147483708"/>
              <ac:graphicFrameMk id="12" creationId="{A36EB0B7-CB10-0C4C-B050-33BD0FB32D11}"/>
            </ac:graphicFrameMkLst>
          </pc:graphicFrameChg>
        </pc:sldLayoutChg>
        <pc:sldLayoutChg chg="addSp delSp modSp new mod replId">
          <pc:chgData name="Krasauskaitė Ugnė" userId="dbe9a6d3-80d0-4cdc-b180-3639bbb88ba5" providerId="ADAL" clId="{07B18557-A708-BB4C-BDBE-7183D1358208}" dt="2021-02-01T13:54:54.120" v="125" actId="207"/>
          <pc:sldLayoutMkLst>
            <pc:docMk/>
            <pc:sldMasterMk cId="1568673086" sldId="2147483707"/>
            <pc:sldLayoutMk cId="9681063" sldId="2147483709"/>
          </pc:sldLayoutMkLst>
          <pc:spChg chg="del">
            <ac:chgData name="Krasauskaitė Ugnė" userId="dbe9a6d3-80d0-4cdc-b180-3639bbb88ba5" providerId="ADAL" clId="{07B18557-A708-BB4C-BDBE-7183D1358208}" dt="2021-02-01T13:44:56.554" v="12" actId="478"/>
            <ac:spMkLst>
              <pc:docMk/>
              <pc:sldMasterMk cId="1568673086" sldId="2147483707"/>
              <pc:sldLayoutMk cId="9681063" sldId="2147483709"/>
              <ac:spMk id="2" creationId="{F5574145-972C-4347-96B3-B59C0E31AEC5}"/>
            </ac:spMkLst>
          </pc:spChg>
          <pc:spChg chg="del">
            <ac:chgData name="Krasauskaitė Ugnė" userId="dbe9a6d3-80d0-4cdc-b180-3639bbb88ba5" providerId="ADAL" clId="{07B18557-A708-BB4C-BDBE-7183D1358208}" dt="2021-02-01T13:44:56.554" v="12" actId="478"/>
            <ac:spMkLst>
              <pc:docMk/>
              <pc:sldMasterMk cId="1568673086" sldId="2147483707"/>
              <pc:sldLayoutMk cId="9681063" sldId="2147483709"/>
              <ac:spMk id="3" creationId="{1F976C9F-83D1-0343-BC7F-C55260672BFC}"/>
            </ac:spMkLst>
          </pc:spChg>
          <pc:spChg chg="del">
            <ac:chgData name="Krasauskaitė Ugnė" userId="dbe9a6d3-80d0-4cdc-b180-3639bbb88ba5" providerId="ADAL" clId="{07B18557-A708-BB4C-BDBE-7183D1358208}" dt="2021-02-01T13:44:56.554" v="12" actId="478"/>
            <ac:spMkLst>
              <pc:docMk/>
              <pc:sldMasterMk cId="1568673086" sldId="2147483707"/>
              <pc:sldLayoutMk cId="9681063" sldId="2147483709"/>
              <ac:spMk id="4" creationId="{9C20A6BC-78DD-F242-85B2-DBC46FBBB3D4}"/>
            </ac:spMkLst>
          </pc:spChg>
          <pc:spChg chg="del">
            <ac:chgData name="Krasauskaitė Ugnė" userId="dbe9a6d3-80d0-4cdc-b180-3639bbb88ba5" providerId="ADAL" clId="{07B18557-A708-BB4C-BDBE-7183D1358208}" dt="2021-02-01T13:44:56.554" v="12" actId="478"/>
            <ac:spMkLst>
              <pc:docMk/>
              <pc:sldMasterMk cId="1568673086" sldId="2147483707"/>
              <pc:sldLayoutMk cId="9681063" sldId="2147483709"/>
              <ac:spMk id="5" creationId="{790DA9A1-7BB8-964C-9274-03CD2133972C}"/>
            </ac:spMkLst>
          </pc:spChg>
          <pc:spChg chg="del">
            <ac:chgData name="Krasauskaitė Ugnė" userId="dbe9a6d3-80d0-4cdc-b180-3639bbb88ba5" providerId="ADAL" clId="{07B18557-A708-BB4C-BDBE-7183D1358208}" dt="2021-02-01T13:44:56.554" v="12" actId="478"/>
            <ac:spMkLst>
              <pc:docMk/>
              <pc:sldMasterMk cId="1568673086" sldId="2147483707"/>
              <pc:sldLayoutMk cId="9681063" sldId="2147483709"/>
              <ac:spMk id="6" creationId="{46A37E46-AF9E-EC42-BC68-6383B55375BE}"/>
            </ac:spMkLst>
          </pc:spChg>
          <pc:spChg chg="add mod">
            <ac:chgData name="Krasauskaitė Ugnė" userId="dbe9a6d3-80d0-4cdc-b180-3639bbb88ba5" providerId="ADAL" clId="{07B18557-A708-BB4C-BDBE-7183D1358208}" dt="2021-02-01T13:54:54.120" v="125" actId="207"/>
            <ac:spMkLst>
              <pc:docMk/>
              <pc:sldMasterMk cId="1568673086" sldId="2147483707"/>
              <pc:sldLayoutMk cId="9681063" sldId="2147483709"/>
              <ac:spMk id="9" creationId="{559BF6B7-A47F-0D4D-87F3-3C092B912EA2}"/>
            </ac:spMkLst>
          </pc:spChg>
          <pc:graphicFrameChg chg="add mod">
            <ac:chgData name="Krasauskaitė Ugnė" userId="dbe9a6d3-80d0-4cdc-b180-3639bbb88ba5" providerId="ADAL" clId="{07B18557-A708-BB4C-BDBE-7183D1358208}" dt="2021-02-01T13:54:39.812" v="123" actId="207"/>
            <ac:graphicFrameMkLst>
              <pc:docMk/>
              <pc:sldMasterMk cId="1568673086" sldId="2147483707"/>
              <pc:sldLayoutMk cId="9681063" sldId="2147483709"/>
              <ac:graphicFrameMk id="7" creationId="{219E62AA-E2D7-254E-B7E9-789668C3EE84}"/>
            </ac:graphicFrameMkLst>
          </pc:graphicFrameChg>
          <pc:graphicFrameChg chg="add mod">
            <ac:chgData name="Krasauskaitė Ugnė" userId="dbe9a6d3-80d0-4cdc-b180-3639bbb88ba5" providerId="ADAL" clId="{07B18557-A708-BB4C-BDBE-7183D1358208}" dt="2021-02-01T13:53:52.400" v="118"/>
            <ac:graphicFrameMkLst>
              <pc:docMk/>
              <pc:sldMasterMk cId="1568673086" sldId="2147483707"/>
              <pc:sldLayoutMk cId="9681063" sldId="2147483709"/>
              <ac:graphicFrameMk id="8" creationId="{8F4103FC-5D4B-6148-8344-357F85691C58}"/>
            </ac:graphicFrameMkLst>
          </pc:graphicFrameChg>
        </pc:sldLayoutChg>
        <pc:sldLayoutChg chg="new del replId">
          <pc:chgData name="Krasauskaitė Ugnė" userId="dbe9a6d3-80d0-4cdc-b180-3639bbb88ba5" providerId="ADAL" clId="{07B18557-A708-BB4C-BDBE-7183D1358208}" dt="2021-02-01T13:44:42.590" v="5" actId="2696"/>
          <pc:sldLayoutMkLst>
            <pc:docMk/>
            <pc:sldMasterMk cId="1568673086" sldId="2147483707"/>
            <pc:sldLayoutMk cId="3119484123" sldId="2147483710"/>
          </pc:sldLayoutMkLst>
        </pc:sldLayoutChg>
        <pc:sldLayoutChg chg="addSp delSp modSp add mod modTransition setBg">
          <pc:chgData name="Krasauskaitė Ugnė" userId="dbe9a6d3-80d0-4cdc-b180-3639bbb88ba5" providerId="ADAL" clId="{07B18557-A708-BB4C-BDBE-7183D1358208}" dt="2021-02-01T14:02:17.362" v="193" actId="478"/>
          <pc:sldLayoutMkLst>
            <pc:docMk/>
            <pc:sldMasterMk cId="1568673086" sldId="2147483707"/>
            <pc:sldLayoutMk cId="4242087196" sldId="2147483710"/>
          </pc:sldLayoutMkLst>
          <pc:spChg chg="add del mod">
            <ac:chgData name="Krasauskaitė Ugnė" userId="dbe9a6d3-80d0-4cdc-b180-3639bbb88ba5" providerId="ADAL" clId="{07B18557-A708-BB4C-BDBE-7183D1358208}" dt="2021-02-01T13:58:07.148" v="152" actId="478"/>
            <ac:spMkLst>
              <pc:docMk/>
              <pc:sldMasterMk cId="1568673086" sldId="2147483707"/>
              <pc:sldLayoutMk cId="4242087196" sldId="2147483710"/>
              <ac:spMk id="6" creationId="{B491214C-DC69-7F44-8A88-07841732D4FB}"/>
            </ac:spMkLst>
          </pc:spChg>
          <pc:spChg chg="del">
            <ac:chgData name="Krasauskaitė Ugnė" userId="dbe9a6d3-80d0-4cdc-b180-3639bbb88ba5" providerId="ADAL" clId="{07B18557-A708-BB4C-BDBE-7183D1358208}" dt="2021-02-01T13:55:21.507" v="127" actId="478"/>
            <ac:spMkLst>
              <pc:docMk/>
              <pc:sldMasterMk cId="1568673086" sldId="2147483707"/>
              <pc:sldLayoutMk cId="4242087196" sldId="2147483710"/>
              <ac:spMk id="9" creationId="{559BF6B7-A47F-0D4D-87F3-3C092B912EA2}"/>
            </ac:spMkLst>
          </pc:spChg>
          <pc:spChg chg="add del mod">
            <ac:chgData name="Krasauskaitė Ugnė" userId="dbe9a6d3-80d0-4cdc-b180-3639bbb88ba5" providerId="ADAL" clId="{07B18557-A708-BB4C-BDBE-7183D1358208}" dt="2021-02-01T13:55:35.082" v="130" actId="478"/>
            <ac:spMkLst>
              <pc:docMk/>
              <pc:sldMasterMk cId="1568673086" sldId="2147483707"/>
              <pc:sldLayoutMk cId="4242087196" sldId="2147483710"/>
              <ac:spMk id="10" creationId="{3130BDC9-60DC-5941-9DEA-8DC1CBF5AEFD}"/>
            </ac:spMkLst>
          </pc:spChg>
          <pc:spChg chg="add mod">
            <ac:chgData name="Krasauskaitė Ugnė" userId="dbe9a6d3-80d0-4cdc-b180-3639bbb88ba5" providerId="ADAL" clId="{07B18557-A708-BB4C-BDBE-7183D1358208}" dt="2021-02-01T13:58:58.252" v="164" actId="207"/>
            <ac:spMkLst>
              <pc:docMk/>
              <pc:sldMasterMk cId="1568673086" sldId="2147483707"/>
              <pc:sldLayoutMk cId="4242087196" sldId="2147483710"/>
              <ac:spMk id="12" creationId="{0A4775A3-EB07-A141-A562-5216ADEA360A}"/>
            </ac:spMkLst>
          </pc:spChg>
          <pc:spChg chg="add del mod">
            <ac:chgData name="Krasauskaitė Ugnė" userId="dbe9a6d3-80d0-4cdc-b180-3639bbb88ba5" providerId="ADAL" clId="{07B18557-A708-BB4C-BDBE-7183D1358208}" dt="2021-02-01T13:58:44.946" v="160" actId="478"/>
            <ac:spMkLst>
              <pc:docMk/>
              <pc:sldMasterMk cId="1568673086" sldId="2147483707"/>
              <pc:sldLayoutMk cId="4242087196" sldId="2147483710"/>
              <ac:spMk id="13" creationId="{D1CEB810-FD6E-8C44-927D-340C0FE3C641}"/>
            </ac:spMkLst>
          </pc:spChg>
          <pc:graphicFrameChg chg="add del">
            <ac:chgData name="Krasauskaitė Ugnė" userId="dbe9a6d3-80d0-4cdc-b180-3639bbb88ba5" providerId="ADAL" clId="{07B18557-A708-BB4C-BDBE-7183D1358208}" dt="2021-02-01T14:01:54.773" v="188"/>
            <ac:graphicFrameMkLst>
              <pc:docMk/>
              <pc:sldMasterMk cId="1568673086" sldId="2147483707"/>
              <pc:sldLayoutMk cId="4242087196" sldId="2147483710"/>
              <ac:graphicFrameMk id="2" creationId="{09E765AC-5483-9E40-A183-95768000C2EB}"/>
            </ac:graphicFrameMkLst>
          </pc:graphicFrameChg>
          <pc:graphicFrameChg chg="add del mod modGraphic">
            <ac:chgData name="Krasauskaitė Ugnė" userId="dbe9a6d3-80d0-4cdc-b180-3639bbb88ba5" providerId="ADAL" clId="{07B18557-A708-BB4C-BDBE-7183D1358208}" dt="2021-02-01T13:58:07.148" v="152" actId="478"/>
            <ac:graphicFrameMkLst>
              <pc:docMk/>
              <pc:sldMasterMk cId="1568673086" sldId="2147483707"/>
              <pc:sldLayoutMk cId="4242087196" sldId="2147483710"/>
              <ac:graphicFrameMk id="5" creationId="{3D4B7795-ED57-BA41-9394-B33607ADC5F5}"/>
            </ac:graphicFrameMkLst>
          </pc:graphicFrameChg>
          <pc:graphicFrameChg chg="del">
            <ac:chgData name="Krasauskaitė Ugnė" userId="dbe9a6d3-80d0-4cdc-b180-3639bbb88ba5" providerId="ADAL" clId="{07B18557-A708-BB4C-BDBE-7183D1358208}" dt="2021-02-01T13:55:21.507" v="127" actId="478"/>
            <ac:graphicFrameMkLst>
              <pc:docMk/>
              <pc:sldMasterMk cId="1568673086" sldId="2147483707"/>
              <pc:sldLayoutMk cId="4242087196" sldId="2147483710"/>
              <ac:graphicFrameMk id="7" creationId="{219E62AA-E2D7-254E-B7E9-789668C3EE84}"/>
            </ac:graphicFrameMkLst>
          </pc:graphicFrameChg>
          <pc:graphicFrameChg chg="del">
            <ac:chgData name="Krasauskaitė Ugnė" userId="dbe9a6d3-80d0-4cdc-b180-3639bbb88ba5" providerId="ADAL" clId="{07B18557-A708-BB4C-BDBE-7183D1358208}" dt="2021-02-01T13:55:21.507" v="127" actId="478"/>
            <ac:graphicFrameMkLst>
              <pc:docMk/>
              <pc:sldMasterMk cId="1568673086" sldId="2147483707"/>
              <pc:sldLayoutMk cId="4242087196" sldId="2147483710"/>
              <ac:graphicFrameMk id="8" creationId="{8F4103FC-5D4B-6148-8344-357F85691C58}"/>
            </ac:graphicFrameMkLst>
          </pc:graphicFrameChg>
          <pc:graphicFrameChg chg="add mod modGraphic">
            <ac:chgData name="Krasauskaitė Ugnė" userId="dbe9a6d3-80d0-4cdc-b180-3639bbb88ba5" providerId="ADAL" clId="{07B18557-A708-BB4C-BDBE-7183D1358208}" dt="2021-02-01T14:02:11.079" v="192" actId="14734"/>
            <ac:graphicFrameMkLst>
              <pc:docMk/>
              <pc:sldMasterMk cId="1568673086" sldId="2147483707"/>
              <pc:sldLayoutMk cId="4242087196" sldId="2147483710"/>
              <ac:graphicFrameMk id="11" creationId="{9C492272-9779-2241-83F3-E687CBCE187A}"/>
            </ac:graphicFrameMkLst>
          </pc:graphicFrameChg>
          <pc:graphicFrameChg chg="add del mod">
            <ac:chgData name="Krasauskaitė Ugnė" userId="dbe9a6d3-80d0-4cdc-b180-3639bbb88ba5" providerId="ADAL" clId="{07B18557-A708-BB4C-BDBE-7183D1358208}" dt="2021-02-01T14:02:17.362" v="193" actId="478"/>
            <ac:graphicFrameMkLst>
              <pc:docMk/>
              <pc:sldMasterMk cId="1568673086" sldId="2147483707"/>
              <pc:sldLayoutMk cId="4242087196" sldId="2147483710"/>
              <ac:graphicFrameMk id="14" creationId="{B0463595-F0EE-424B-A4D1-AEC6D01FB0E3}"/>
            </ac:graphicFrameMkLst>
          </pc:graphicFrameChg>
        </pc:sldLayoutChg>
        <pc:sldLayoutChg chg="modSp add mod modTransition">
          <pc:chgData name="Krasauskaitė Ugnė" userId="dbe9a6d3-80d0-4cdc-b180-3639bbb88ba5" providerId="ADAL" clId="{07B18557-A708-BB4C-BDBE-7183D1358208}" dt="2021-02-01T14:01:08.745" v="180"/>
          <pc:sldLayoutMkLst>
            <pc:docMk/>
            <pc:sldMasterMk cId="1568673086" sldId="2147483707"/>
            <pc:sldLayoutMk cId="152577745" sldId="2147483711"/>
          </pc:sldLayoutMkLst>
          <pc:graphicFrameChg chg="mod modGraphic">
            <ac:chgData name="Krasauskaitė Ugnė" userId="dbe9a6d3-80d0-4cdc-b180-3639bbb88ba5" providerId="ADAL" clId="{07B18557-A708-BB4C-BDBE-7183D1358208}" dt="2021-02-01T14:01:08.745" v="180"/>
            <ac:graphicFrameMkLst>
              <pc:docMk/>
              <pc:sldMasterMk cId="1568673086" sldId="2147483707"/>
              <pc:sldLayoutMk cId="152577745" sldId="2147483711"/>
              <ac:graphicFrameMk id="5" creationId="{3D4B7795-ED57-BA41-9394-B33607ADC5F5}"/>
            </ac:graphicFrameMkLst>
          </pc:graphicFrameChg>
        </pc:sldLayoutChg>
        <pc:sldLayoutChg chg="new del replId">
          <pc:chgData name="Krasauskaitė Ugnė" userId="dbe9a6d3-80d0-4cdc-b180-3639bbb88ba5" providerId="ADAL" clId="{07B18557-A708-BB4C-BDBE-7183D1358208}" dt="2021-02-01T13:44:42.591" v="6" actId="2696"/>
          <pc:sldLayoutMkLst>
            <pc:docMk/>
            <pc:sldMasterMk cId="1568673086" sldId="2147483707"/>
            <pc:sldLayoutMk cId="2012665223" sldId="2147483711"/>
          </pc:sldLayoutMkLst>
        </pc:sldLayoutChg>
        <pc:sldLayoutChg chg="new del replId">
          <pc:chgData name="Krasauskaitė Ugnė" userId="dbe9a6d3-80d0-4cdc-b180-3639bbb88ba5" providerId="ADAL" clId="{07B18557-A708-BB4C-BDBE-7183D1358208}" dt="2021-02-01T13:44:42.593" v="7" actId="2696"/>
          <pc:sldLayoutMkLst>
            <pc:docMk/>
            <pc:sldMasterMk cId="1568673086" sldId="2147483707"/>
            <pc:sldLayoutMk cId="1518374816" sldId="2147483712"/>
          </pc:sldLayoutMkLst>
        </pc:sldLayoutChg>
        <pc:sldLayoutChg chg="new del replId">
          <pc:chgData name="Krasauskaitė Ugnė" userId="dbe9a6d3-80d0-4cdc-b180-3639bbb88ba5" providerId="ADAL" clId="{07B18557-A708-BB4C-BDBE-7183D1358208}" dt="2021-02-01T13:44:42.594" v="8" actId="2696"/>
          <pc:sldLayoutMkLst>
            <pc:docMk/>
            <pc:sldMasterMk cId="1568673086" sldId="2147483707"/>
            <pc:sldLayoutMk cId="3224315519" sldId="2147483713"/>
          </pc:sldLayoutMkLst>
        </pc:sldLayoutChg>
        <pc:sldLayoutChg chg="new del replId">
          <pc:chgData name="Krasauskaitė Ugnė" userId="dbe9a6d3-80d0-4cdc-b180-3639bbb88ba5" providerId="ADAL" clId="{07B18557-A708-BB4C-BDBE-7183D1358208}" dt="2021-02-01T13:44:42.568" v="2" actId="2696"/>
          <pc:sldLayoutMkLst>
            <pc:docMk/>
            <pc:sldMasterMk cId="1568673086" sldId="2147483707"/>
            <pc:sldLayoutMk cId="4162233975" sldId="2147483714"/>
          </pc:sldLayoutMkLst>
        </pc:sldLayoutChg>
        <pc:sldLayoutChg chg="new del replId">
          <pc:chgData name="Krasauskaitė Ugnė" userId="dbe9a6d3-80d0-4cdc-b180-3639bbb88ba5" providerId="ADAL" clId="{07B18557-A708-BB4C-BDBE-7183D1358208}" dt="2021-02-01T13:44:42.595" v="9" actId="2696"/>
          <pc:sldLayoutMkLst>
            <pc:docMk/>
            <pc:sldMasterMk cId="1568673086" sldId="2147483707"/>
            <pc:sldLayoutMk cId="3396874248" sldId="2147483715"/>
          </pc:sldLayoutMkLst>
        </pc:sldLayoutChg>
        <pc:sldLayoutChg chg="new del replId">
          <pc:chgData name="Krasauskaitė Ugnė" userId="dbe9a6d3-80d0-4cdc-b180-3639bbb88ba5" providerId="ADAL" clId="{07B18557-A708-BB4C-BDBE-7183D1358208}" dt="2021-02-01T13:44:42.571" v="3" actId="2696"/>
          <pc:sldLayoutMkLst>
            <pc:docMk/>
            <pc:sldMasterMk cId="1568673086" sldId="2147483707"/>
            <pc:sldLayoutMk cId="2265120177" sldId="2147483716"/>
          </pc:sldLayoutMkLst>
        </pc:sldLayoutChg>
        <pc:sldLayoutChg chg="new del replId">
          <pc:chgData name="Krasauskaitė Ugnė" userId="dbe9a6d3-80d0-4cdc-b180-3639bbb88ba5" providerId="ADAL" clId="{07B18557-A708-BB4C-BDBE-7183D1358208}" dt="2021-02-01T13:44:42.573" v="4" actId="2696"/>
          <pc:sldLayoutMkLst>
            <pc:docMk/>
            <pc:sldMasterMk cId="1568673086" sldId="2147483707"/>
            <pc:sldLayoutMk cId="3390620181" sldId="2147483717"/>
          </pc:sldLayoutMkLst>
        </pc:sldLayoutChg>
        <pc:sldLayoutChg chg="new del replId">
          <pc:chgData name="Krasauskaitė Ugnė" userId="dbe9a6d3-80d0-4cdc-b180-3639bbb88ba5" providerId="ADAL" clId="{07B18557-A708-BB4C-BDBE-7183D1358208}" dt="2021-02-01T13:44:42.551" v="1" actId="2696"/>
          <pc:sldLayoutMkLst>
            <pc:docMk/>
            <pc:sldMasterMk cId="1568673086" sldId="2147483707"/>
            <pc:sldLayoutMk cId="2287143335" sldId="2147483718"/>
          </pc:sldLayoutMkLst>
        </pc:sldLayoutChg>
      </pc:sldMasterChg>
      <pc:sldMasterChg chg="delSp new mod addSldLayout delSldLayout modSldLayout sldLayoutOrd">
        <pc:chgData name="Krasauskaitė Ugnė" userId="dbe9a6d3-80d0-4cdc-b180-3639bbb88ba5" providerId="ADAL" clId="{07B18557-A708-BB4C-BDBE-7183D1358208}" dt="2021-02-02T07:52:28.824" v="1376" actId="6014"/>
        <pc:sldMasterMkLst>
          <pc:docMk/>
          <pc:sldMasterMk cId="3226558009" sldId="2147483740"/>
        </pc:sldMasterMkLst>
        <pc:spChg chg="del">
          <ac:chgData name="Krasauskaitė Ugnė" userId="dbe9a6d3-80d0-4cdc-b180-3639bbb88ba5" providerId="ADAL" clId="{07B18557-A708-BB4C-BDBE-7183D1358208}" dt="2021-02-02T07:44:22.469" v="1327" actId="478"/>
          <ac:spMkLst>
            <pc:docMk/>
            <pc:sldMasterMk cId="3226558009" sldId="2147483740"/>
            <ac:spMk id="2" creationId="{FC2D44AD-71EB-194A-B0A0-27D9CF6389F3}"/>
          </ac:spMkLst>
        </pc:spChg>
        <pc:spChg chg="del">
          <ac:chgData name="Krasauskaitė Ugnė" userId="dbe9a6d3-80d0-4cdc-b180-3639bbb88ba5" providerId="ADAL" clId="{07B18557-A708-BB4C-BDBE-7183D1358208}" dt="2021-02-02T07:44:22.469" v="1327" actId="478"/>
          <ac:spMkLst>
            <pc:docMk/>
            <pc:sldMasterMk cId="3226558009" sldId="2147483740"/>
            <ac:spMk id="3" creationId="{91E5A868-22D0-0445-9462-8B376E9B7F0D}"/>
          </ac:spMkLst>
        </pc:spChg>
        <pc:spChg chg="del">
          <ac:chgData name="Krasauskaitė Ugnė" userId="dbe9a6d3-80d0-4cdc-b180-3639bbb88ba5" providerId="ADAL" clId="{07B18557-A708-BB4C-BDBE-7183D1358208}" dt="2021-02-02T07:44:22.469" v="1327" actId="478"/>
          <ac:spMkLst>
            <pc:docMk/>
            <pc:sldMasterMk cId="3226558009" sldId="2147483740"/>
            <ac:spMk id="4" creationId="{B36BE693-AB24-F048-AD70-C7FADD370864}"/>
          </ac:spMkLst>
        </pc:spChg>
        <pc:spChg chg="del">
          <ac:chgData name="Krasauskaitė Ugnė" userId="dbe9a6d3-80d0-4cdc-b180-3639bbb88ba5" providerId="ADAL" clId="{07B18557-A708-BB4C-BDBE-7183D1358208}" dt="2021-02-02T07:44:22.469" v="1327" actId="478"/>
          <ac:spMkLst>
            <pc:docMk/>
            <pc:sldMasterMk cId="3226558009" sldId="2147483740"/>
            <ac:spMk id="5" creationId="{A134AD8B-B80A-DF49-BB8B-1AC3D78EDE20}"/>
          </ac:spMkLst>
        </pc:spChg>
        <pc:spChg chg="del">
          <ac:chgData name="Krasauskaitė Ugnė" userId="dbe9a6d3-80d0-4cdc-b180-3639bbb88ba5" providerId="ADAL" clId="{07B18557-A708-BB4C-BDBE-7183D1358208}" dt="2021-02-02T07:44:22.469" v="1327" actId="478"/>
          <ac:spMkLst>
            <pc:docMk/>
            <pc:sldMasterMk cId="3226558009" sldId="2147483740"/>
            <ac:spMk id="6" creationId="{026B8581-FA0F-8544-903C-A6E0CEBB690B}"/>
          </ac:spMkLst>
        </pc:spChg>
        <pc:sldLayoutChg chg="modSp mod ord">
          <pc:chgData name="Krasauskaitė Ugnė" userId="dbe9a6d3-80d0-4cdc-b180-3639bbb88ba5" providerId="ADAL" clId="{07B18557-A708-BB4C-BDBE-7183D1358208}" dt="2021-02-02T07:48:05.713" v="1355" actId="6014"/>
          <pc:sldLayoutMkLst>
            <pc:docMk/>
            <pc:sldMasterMk cId="3226558009" sldId="2147483740"/>
            <pc:sldLayoutMk cId="1696790623" sldId="2147483725"/>
          </pc:sldLayoutMkLst>
          <pc:spChg chg="mod">
            <ac:chgData name="Krasauskaitė Ugnė" userId="dbe9a6d3-80d0-4cdc-b180-3639bbb88ba5" providerId="ADAL" clId="{07B18557-A708-BB4C-BDBE-7183D1358208}" dt="2021-02-02T07:45:40.431" v="1338" actId="20578"/>
            <ac:spMkLst>
              <pc:docMk/>
              <pc:sldMasterMk cId="3226558009" sldId="2147483740"/>
              <pc:sldLayoutMk cId="1696790623" sldId="2147483725"/>
              <ac:spMk id="12" creationId="{50E515E2-7668-514A-A0B4-AC7D06DDB5FE}"/>
            </ac:spMkLst>
          </pc:spChg>
          <pc:spChg chg="mod">
            <ac:chgData name="Krasauskaitė Ugnė" userId="dbe9a6d3-80d0-4cdc-b180-3639bbb88ba5" providerId="ADAL" clId="{07B18557-A708-BB4C-BDBE-7183D1358208}" dt="2021-02-02T07:45:40.431" v="1338" actId="20578"/>
            <ac:spMkLst>
              <pc:docMk/>
              <pc:sldMasterMk cId="3226558009" sldId="2147483740"/>
              <pc:sldLayoutMk cId="1696790623" sldId="2147483725"/>
              <ac:spMk id="13" creationId="{5F302F9B-B4B3-B045-8492-FFC9D530256C}"/>
            </ac:spMkLst>
          </pc:spChg>
        </pc:sldLayoutChg>
        <pc:sldLayoutChg chg="modSp mod ord">
          <pc:chgData name="Krasauskaitė Ugnė" userId="dbe9a6d3-80d0-4cdc-b180-3639bbb88ba5" providerId="ADAL" clId="{07B18557-A708-BB4C-BDBE-7183D1358208}" dt="2021-02-02T07:48:12.569" v="1356" actId="6014"/>
          <pc:sldLayoutMkLst>
            <pc:docMk/>
            <pc:sldMasterMk cId="3226558009" sldId="2147483740"/>
            <pc:sldLayoutMk cId="3830311098" sldId="2147483726"/>
          </pc:sldLayoutMkLst>
          <pc:spChg chg="mod">
            <ac:chgData name="Krasauskaitė Ugnė" userId="dbe9a6d3-80d0-4cdc-b180-3639bbb88ba5" providerId="ADAL" clId="{07B18557-A708-BB4C-BDBE-7183D1358208}" dt="2021-02-02T07:46:12.426" v="1340" actId="20578"/>
            <ac:spMkLst>
              <pc:docMk/>
              <pc:sldMasterMk cId="3226558009" sldId="2147483740"/>
              <pc:sldLayoutMk cId="3830311098" sldId="2147483726"/>
              <ac:spMk id="12" creationId="{50E515E2-7668-514A-A0B4-AC7D06DDB5FE}"/>
            </ac:spMkLst>
          </pc:spChg>
          <pc:spChg chg="mod">
            <ac:chgData name="Krasauskaitė Ugnė" userId="dbe9a6d3-80d0-4cdc-b180-3639bbb88ba5" providerId="ADAL" clId="{07B18557-A708-BB4C-BDBE-7183D1358208}" dt="2021-02-02T07:46:12.426" v="1340" actId="20578"/>
            <ac:spMkLst>
              <pc:docMk/>
              <pc:sldMasterMk cId="3226558009" sldId="2147483740"/>
              <pc:sldLayoutMk cId="3830311098" sldId="2147483726"/>
              <ac:spMk id="13" creationId="{5F302F9B-B4B3-B045-8492-FFC9D530256C}"/>
            </ac:spMkLst>
          </pc:spChg>
        </pc:sldLayoutChg>
        <pc:sldLayoutChg chg="modSp mod ord">
          <pc:chgData name="Krasauskaitė Ugnė" userId="dbe9a6d3-80d0-4cdc-b180-3639bbb88ba5" providerId="ADAL" clId="{07B18557-A708-BB4C-BDBE-7183D1358208}" dt="2021-02-02T07:49:03.455" v="1360" actId="6014"/>
          <pc:sldLayoutMkLst>
            <pc:docMk/>
            <pc:sldMasterMk cId="3226558009" sldId="2147483740"/>
            <pc:sldLayoutMk cId="3116550192" sldId="2147483727"/>
          </pc:sldLayoutMkLst>
          <pc:spChg chg="mod">
            <ac:chgData name="Krasauskaitė Ugnė" userId="dbe9a6d3-80d0-4cdc-b180-3639bbb88ba5" providerId="ADAL" clId="{07B18557-A708-BB4C-BDBE-7183D1358208}" dt="2021-02-02T07:46:12.426" v="1340" actId="20578"/>
            <ac:spMkLst>
              <pc:docMk/>
              <pc:sldMasterMk cId="3226558009" sldId="2147483740"/>
              <pc:sldLayoutMk cId="3116550192" sldId="2147483727"/>
              <ac:spMk id="6" creationId="{45230BBD-D8AC-0545-A7D5-13382E10E93A}"/>
            </ac:spMkLst>
          </pc:spChg>
          <pc:spChg chg="mod">
            <ac:chgData name="Krasauskaitė Ugnė" userId="dbe9a6d3-80d0-4cdc-b180-3639bbb88ba5" providerId="ADAL" clId="{07B18557-A708-BB4C-BDBE-7183D1358208}" dt="2021-02-02T07:46:12.426" v="1340" actId="20578"/>
            <ac:spMkLst>
              <pc:docMk/>
              <pc:sldMasterMk cId="3226558009" sldId="2147483740"/>
              <pc:sldLayoutMk cId="3116550192" sldId="2147483727"/>
              <ac:spMk id="7" creationId="{10D8EEC7-A4A8-754E-B0D5-1BD7DE8A8170}"/>
            </ac:spMkLst>
          </pc:spChg>
          <pc:spChg chg="mod">
            <ac:chgData name="Krasauskaitė Ugnė" userId="dbe9a6d3-80d0-4cdc-b180-3639bbb88ba5" providerId="ADAL" clId="{07B18557-A708-BB4C-BDBE-7183D1358208}" dt="2021-02-02T07:46:12.426" v="1340" actId="20578"/>
            <ac:spMkLst>
              <pc:docMk/>
              <pc:sldMasterMk cId="3226558009" sldId="2147483740"/>
              <pc:sldLayoutMk cId="3116550192" sldId="2147483727"/>
              <ac:spMk id="12" creationId="{50E515E2-7668-514A-A0B4-AC7D06DDB5FE}"/>
            </ac:spMkLst>
          </pc:spChg>
        </pc:sldLayoutChg>
        <pc:sldLayoutChg chg="modSp mod ord">
          <pc:chgData name="Krasauskaitė Ugnė" userId="dbe9a6d3-80d0-4cdc-b180-3639bbb88ba5" providerId="ADAL" clId="{07B18557-A708-BB4C-BDBE-7183D1358208}" dt="2021-02-02T07:49:09.462" v="1361" actId="6014"/>
          <pc:sldLayoutMkLst>
            <pc:docMk/>
            <pc:sldMasterMk cId="3226558009" sldId="2147483740"/>
            <pc:sldLayoutMk cId="2001385822" sldId="2147483728"/>
          </pc:sldLayoutMkLst>
          <pc:spChg chg="mod">
            <ac:chgData name="Krasauskaitė Ugnė" userId="dbe9a6d3-80d0-4cdc-b180-3639bbb88ba5" providerId="ADAL" clId="{07B18557-A708-BB4C-BDBE-7183D1358208}" dt="2021-02-02T07:46:12.426" v="1340" actId="20578"/>
            <ac:spMkLst>
              <pc:docMk/>
              <pc:sldMasterMk cId="3226558009" sldId="2147483740"/>
              <pc:sldLayoutMk cId="2001385822" sldId="2147483728"/>
              <ac:spMk id="6" creationId="{45230BBD-D8AC-0545-A7D5-13382E10E93A}"/>
            </ac:spMkLst>
          </pc:spChg>
          <pc:spChg chg="mod">
            <ac:chgData name="Krasauskaitė Ugnė" userId="dbe9a6d3-80d0-4cdc-b180-3639bbb88ba5" providerId="ADAL" clId="{07B18557-A708-BB4C-BDBE-7183D1358208}" dt="2021-02-02T07:46:12.426" v="1340" actId="20578"/>
            <ac:spMkLst>
              <pc:docMk/>
              <pc:sldMasterMk cId="3226558009" sldId="2147483740"/>
              <pc:sldLayoutMk cId="2001385822" sldId="2147483728"/>
              <ac:spMk id="7" creationId="{10D8EEC7-A4A8-754E-B0D5-1BD7DE8A8170}"/>
            </ac:spMkLst>
          </pc:spChg>
          <pc:spChg chg="mod">
            <ac:chgData name="Krasauskaitė Ugnė" userId="dbe9a6d3-80d0-4cdc-b180-3639bbb88ba5" providerId="ADAL" clId="{07B18557-A708-BB4C-BDBE-7183D1358208}" dt="2021-02-02T07:46:12.426" v="1340" actId="20578"/>
            <ac:spMkLst>
              <pc:docMk/>
              <pc:sldMasterMk cId="3226558009" sldId="2147483740"/>
              <pc:sldLayoutMk cId="2001385822" sldId="2147483728"/>
              <ac:spMk id="12" creationId="{50E515E2-7668-514A-A0B4-AC7D06DDB5FE}"/>
            </ac:spMkLst>
          </pc:spChg>
        </pc:sldLayoutChg>
        <pc:sldLayoutChg chg="addSp delSp modSp mod ord setBg">
          <pc:chgData name="Krasauskaitė Ugnė" userId="dbe9a6d3-80d0-4cdc-b180-3639bbb88ba5" providerId="ADAL" clId="{07B18557-A708-BB4C-BDBE-7183D1358208}" dt="2021-02-02T07:50:54.110" v="1368" actId="6014"/>
          <pc:sldLayoutMkLst>
            <pc:docMk/>
            <pc:sldMasterMk cId="3226558009" sldId="2147483740"/>
            <pc:sldLayoutMk cId="2456432916" sldId="2147483729"/>
          </pc:sldLayoutMkLst>
          <pc:spChg chg="del mod">
            <ac:chgData name="Krasauskaitė Ugnė" userId="dbe9a6d3-80d0-4cdc-b180-3639bbb88ba5" providerId="ADAL" clId="{07B18557-A708-BB4C-BDBE-7183D1358208}" dt="2021-02-02T07:49:59.176" v="1363" actId="478"/>
            <ac:spMkLst>
              <pc:docMk/>
              <pc:sldMasterMk cId="3226558009" sldId="2147483740"/>
              <pc:sldLayoutMk cId="2456432916" sldId="2147483729"/>
              <ac:spMk id="13" creationId="{BFB2BAA7-03FA-7D45-B48B-16E2EB97900F}"/>
            </ac:spMkLst>
          </pc:spChg>
          <pc:spChg chg="add mod">
            <ac:chgData name="Krasauskaitė Ugnė" userId="dbe9a6d3-80d0-4cdc-b180-3639bbb88ba5" providerId="ADAL" clId="{07B18557-A708-BB4C-BDBE-7183D1358208}" dt="2021-02-02T07:50:21.614" v="1367" actId="207"/>
            <ac:spMkLst>
              <pc:docMk/>
              <pc:sldMasterMk cId="3226558009" sldId="2147483740"/>
              <pc:sldLayoutMk cId="2456432916" sldId="2147483729"/>
              <ac:spMk id="15" creationId="{B5F1E7A3-042D-1A41-A4EE-C4B741F2F954}"/>
            </ac:spMkLst>
          </pc:spChg>
          <pc:spChg chg="add mod">
            <ac:chgData name="Krasauskaitė Ugnė" userId="dbe9a6d3-80d0-4cdc-b180-3639bbb88ba5" providerId="ADAL" clId="{07B18557-A708-BB4C-BDBE-7183D1358208}" dt="2021-02-02T07:50:21.614" v="1367" actId="207"/>
            <ac:spMkLst>
              <pc:docMk/>
              <pc:sldMasterMk cId="3226558009" sldId="2147483740"/>
              <pc:sldLayoutMk cId="2456432916" sldId="2147483729"/>
              <ac:spMk id="16" creationId="{0393B77B-8341-1C44-8B13-EC418665B44B}"/>
            </ac:spMkLst>
          </pc:spChg>
          <pc:spChg chg="add mod">
            <ac:chgData name="Krasauskaitė Ugnė" userId="dbe9a6d3-80d0-4cdc-b180-3639bbb88ba5" providerId="ADAL" clId="{07B18557-A708-BB4C-BDBE-7183D1358208}" dt="2021-02-02T07:50:21.614" v="1367" actId="207"/>
            <ac:spMkLst>
              <pc:docMk/>
              <pc:sldMasterMk cId="3226558009" sldId="2147483740"/>
              <pc:sldLayoutMk cId="2456432916" sldId="2147483729"/>
              <ac:spMk id="18" creationId="{ACFBE8A1-80A2-3049-99A4-110551E71E65}"/>
            </ac:spMkLst>
          </pc:spChg>
          <pc:spChg chg="add mod">
            <ac:chgData name="Krasauskaitė Ugnė" userId="dbe9a6d3-80d0-4cdc-b180-3639bbb88ba5" providerId="ADAL" clId="{07B18557-A708-BB4C-BDBE-7183D1358208}" dt="2021-02-02T07:50:13.203" v="1365"/>
            <ac:spMkLst>
              <pc:docMk/>
              <pc:sldMasterMk cId="3226558009" sldId="2147483740"/>
              <pc:sldLayoutMk cId="2456432916" sldId="2147483729"/>
              <ac:spMk id="19" creationId="{87791077-CFD2-474A-ADBD-B95943A91900}"/>
            </ac:spMkLst>
          </pc:spChg>
          <pc:spChg chg="del mod">
            <ac:chgData name="Krasauskaitė Ugnė" userId="dbe9a6d3-80d0-4cdc-b180-3639bbb88ba5" providerId="ADAL" clId="{07B18557-A708-BB4C-BDBE-7183D1358208}" dt="2021-02-02T07:49:59.176" v="1363" actId="478"/>
            <ac:spMkLst>
              <pc:docMk/>
              <pc:sldMasterMk cId="3226558009" sldId="2147483740"/>
              <pc:sldLayoutMk cId="2456432916" sldId="2147483729"/>
              <ac:spMk id="23" creationId="{2E6D4784-2EA3-C74A-80A6-6E53A345902F}"/>
            </ac:spMkLst>
          </pc:spChg>
          <pc:spChg chg="del mod">
            <ac:chgData name="Krasauskaitė Ugnė" userId="dbe9a6d3-80d0-4cdc-b180-3639bbb88ba5" providerId="ADAL" clId="{07B18557-A708-BB4C-BDBE-7183D1358208}" dt="2021-02-02T07:49:59.176" v="1363" actId="478"/>
            <ac:spMkLst>
              <pc:docMk/>
              <pc:sldMasterMk cId="3226558009" sldId="2147483740"/>
              <pc:sldLayoutMk cId="2456432916" sldId="2147483729"/>
              <ac:spMk id="25" creationId="{5592035A-2271-5843-9AF4-E3E9FDCF0139}"/>
            </ac:spMkLst>
          </pc:spChg>
          <pc:spChg chg="del">
            <ac:chgData name="Krasauskaitė Ugnė" userId="dbe9a6d3-80d0-4cdc-b180-3639bbb88ba5" providerId="ADAL" clId="{07B18557-A708-BB4C-BDBE-7183D1358208}" dt="2021-02-02T07:49:59.176" v="1363" actId="478"/>
            <ac:spMkLst>
              <pc:docMk/>
              <pc:sldMasterMk cId="3226558009" sldId="2147483740"/>
              <pc:sldLayoutMk cId="2456432916" sldId="2147483729"/>
              <ac:spMk id="27" creationId="{61CEBCC4-E80B-604A-814A-EDFAF11839D4}"/>
            </ac:spMkLst>
          </pc:spChg>
        </pc:sldLayoutChg>
        <pc:sldLayoutChg chg="modSp mod ord">
          <pc:chgData name="Krasauskaitė Ugnė" userId="dbe9a6d3-80d0-4cdc-b180-3639bbb88ba5" providerId="ADAL" clId="{07B18557-A708-BB4C-BDBE-7183D1358208}" dt="2021-02-02T07:51:26.120" v="1372" actId="6014"/>
          <pc:sldLayoutMkLst>
            <pc:docMk/>
            <pc:sldMasterMk cId="3226558009" sldId="2147483740"/>
            <pc:sldLayoutMk cId="3322117946" sldId="2147483731"/>
          </pc:sldLayoutMkLst>
          <pc:spChg chg="mod">
            <ac:chgData name="Krasauskaitė Ugnė" userId="dbe9a6d3-80d0-4cdc-b180-3639bbb88ba5" providerId="ADAL" clId="{07B18557-A708-BB4C-BDBE-7183D1358208}" dt="2021-02-02T07:46:12.426" v="1340" actId="20578"/>
            <ac:spMkLst>
              <pc:docMk/>
              <pc:sldMasterMk cId="3226558009" sldId="2147483740"/>
              <pc:sldLayoutMk cId="3322117946" sldId="2147483731"/>
              <ac:spMk id="6" creationId="{66AC166F-BD2D-6D49-902E-EA2D168F6C1B}"/>
            </ac:spMkLst>
          </pc:spChg>
          <pc:spChg chg="mod">
            <ac:chgData name="Krasauskaitė Ugnė" userId="dbe9a6d3-80d0-4cdc-b180-3639bbb88ba5" providerId="ADAL" clId="{07B18557-A708-BB4C-BDBE-7183D1358208}" dt="2021-02-02T07:46:12.426" v="1340" actId="20578"/>
            <ac:spMkLst>
              <pc:docMk/>
              <pc:sldMasterMk cId="3226558009" sldId="2147483740"/>
              <pc:sldLayoutMk cId="3322117946" sldId="2147483731"/>
              <ac:spMk id="7" creationId="{C1CCD885-C1EB-3A48-B8A0-CC1F23EEB6AE}"/>
            </ac:spMkLst>
          </pc:spChg>
          <pc:spChg chg="mod">
            <ac:chgData name="Krasauskaitė Ugnė" userId="dbe9a6d3-80d0-4cdc-b180-3639bbb88ba5" providerId="ADAL" clId="{07B18557-A708-BB4C-BDBE-7183D1358208}" dt="2021-02-02T07:46:12.426" v="1340" actId="20578"/>
            <ac:spMkLst>
              <pc:docMk/>
              <pc:sldMasterMk cId="3226558009" sldId="2147483740"/>
              <pc:sldLayoutMk cId="3322117946" sldId="2147483731"/>
              <ac:spMk id="13" creationId="{BFB2BAA7-03FA-7D45-B48B-16E2EB97900F}"/>
            </ac:spMkLst>
          </pc:spChg>
        </pc:sldLayoutChg>
        <pc:sldLayoutChg chg="modSp mod ord">
          <pc:chgData name="Krasauskaitė Ugnė" userId="dbe9a6d3-80d0-4cdc-b180-3639bbb88ba5" providerId="ADAL" clId="{07B18557-A708-BB4C-BDBE-7183D1358208}" dt="2021-02-02T07:51:19.318" v="1371" actId="6014"/>
          <pc:sldLayoutMkLst>
            <pc:docMk/>
            <pc:sldMasterMk cId="3226558009" sldId="2147483740"/>
            <pc:sldLayoutMk cId="1562306216" sldId="2147483732"/>
          </pc:sldLayoutMkLst>
          <pc:spChg chg="mod">
            <ac:chgData name="Krasauskaitė Ugnė" userId="dbe9a6d3-80d0-4cdc-b180-3639bbb88ba5" providerId="ADAL" clId="{07B18557-A708-BB4C-BDBE-7183D1358208}" dt="2021-02-02T07:46:12.426" v="1340" actId="20578"/>
            <ac:spMkLst>
              <pc:docMk/>
              <pc:sldMasterMk cId="3226558009" sldId="2147483740"/>
              <pc:sldLayoutMk cId="1562306216" sldId="2147483732"/>
              <ac:spMk id="6" creationId="{66AC166F-BD2D-6D49-902E-EA2D168F6C1B}"/>
            </ac:spMkLst>
          </pc:spChg>
          <pc:spChg chg="mod">
            <ac:chgData name="Krasauskaitė Ugnė" userId="dbe9a6d3-80d0-4cdc-b180-3639bbb88ba5" providerId="ADAL" clId="{07B18557-A708-BB4C-BDBE-7183D1358208}" dt="2021-02-02T07:46:12.426" v="1340" actId="20578"/>
            <ac:spMkLst>
              <pc:docMk/>
              <pc:sldMasterMk cId="3226558009" sldId="2147483740"/>
              <pc:sldLayoutMk cId="1562306216" sldId="2147483732"/>
              <ac:spMk id="7" creationId="{C1CCD885-C1EB-3A48-B8A0-CC1F23EEB6AE}"/>
            </ac:spMkLst>
          </pc:spChg>
          <pc:spChg chg="mod">
            <ac:chgData name="Krasauskaitė Ugnė" userId="dbe9a6d3-80d0-4cdc-b180-3639bbb88ba5" providerId="ADAL" clId="{07B18557-A708-BB4C-BDBE-7183D1358208}" dt="2021-02-02T07:46:12.426" v="1340" actId="20578"/>
            <ac:spMkLst>
              <pc:docMk/>
              <pc:sldMasterMk cId="3226558009" sldId="2147483740"/>
              <pc:sldLayoutMk cId="1562306216" sldId="2147483732"/>
              <ac:spMk id="13" creationId="{BFB2BAA7-03FA-7D45-B48B-16E2EB97900F}"/>
            </ac:spMkLst>
          </pc:spChg>
        </pc:sldLayoutChg>
        <pc:sldLayoutChg chg="modSp mod ord">
          <pc:chgData name="Krasauskaitė Ugnė" userId="dbe9a6d3-80d0-4cdc-b180-3639bbb88ba5" providerId="ADAL" clId="{07B18557-A708-BB4C-BDBE-7183D1358208}" dt="2021-02-02T07:52:03.552" v="1373" actId="6014"/>
          <pc:sldLayoutMkLst>
            <pc:docMk/>
            <pc:sldMasterMk cId="3226558009" sldId="2147483740"/>
            <pc:sldLayoutMk cId="2989932070" sldId="2147483733"/>
          </pc:sldLayoutMkLst>
          <pc:spChg chg="mod">
            <ac:chgData name="Krasauskaitė Ugnė" userId="dbe9a6d3-80d0-4cdc-b180-3639bbb88ba5" providerId="ADAL" clId="{07B18557-A708-BB4C-BDBE-7183D1358208}" dt="2021-02-02T07:46:12.426" v="1340" actId="20578"/>
            <ac:spMkLst>
              <pc:docMk/>
              <pc:sldMasterMk cId="3226558009" sldId="2147483740"/>
              <pc:sldLayoutMk cId="2989932070" sldId="2147483733"/>
              <ac:spMk id="8" creationId="{D95773F8-D068-1F4A-994E-CAA5A3CA9D73}"/>
            </ac:spMkLst>
          </pc:spChg>
          <pc:spChg chg="mod">
            <ac:chgData name="Krasauskaitė Ugnė" userId="dbe9a6d3-80d0-4cdc-b180-3639bbb88ba5" providerId="ADAL" clId="{07B18557-A708-BB4C-BDBE-7183D1358208}" dt="2021-02-02T07:46:12.426" v="1340" actId="20578"/>
            <ac:spMkLst>
              <pc:docMk/>
              <pc:sldMasterMk cId="3226558009" sldId="2147483740"/>
              <pc:sldLayoutMk cId="2989932070" sldId="2147483733"/>
              <ac:spMk id="11" creationId="{52F83555-CE96-6D4C-89FF-4953A94371F1}"/>
            </ac:spMkLst>
          </pc:spChg>
          <pc:spChg chg="mod">
            <ac:chgData name="Krasauskaitė Ugnė" userId="dbe9a6d3-80d0-4cdc-b180-3639bbb88ba5" providerId="ADAL" clId="{07B18557-A708-BB4C-BDBE-7183D1358208}" dt="2021-02-02T07:46:12.426" v="1340" actId="20578"/>
            <ac:spMkLst>
              <pc:docMk/>
              <pc:sldMasterMk cId="3226558009" sldId="2147483740"/>
              <pc:sldLayoutMk cId="2989932070" sldId="2147483733"/>
              <ac:spMk id="16" creationId="{69113ABE-874B-0647-8AAD-DE5BA4A26CCF}"/>
            </ac:spMkLst>
          </pc:spChg>
          <pc:spChg chg="mod">
            <ac:chgData name="Krasauskaitė Ugnė" userId="dbe9a6d3-80d0-4cdc-b180-3639bbb88ba5" providerId="ADAL" clId="{07B18557-A708-BB4C-BDBE-7183D1358208}" dt="2021-02-02T07:46:12.426" v="1340" actId="20578"/>
            <ac:spMkLst>
              <pc:docMk/>
              <pc:sldMasterMk cId="3226558009" sldId="2147483740"/>
              <pc:sldLayoutMk cId="2989932070" sldId="2147483733"/>
              <ac:spMk id="19" creationId="{BAFEA5EF-7EB5-B242-B569-0521DECA7C5F}"/>
            </ac:spMkLst>
          </pc:spChg>
        </pc:sldLayoutChg>
        <pc:sldLayoutChg chg="modSp mod ord">
          <pc:chgData name="Krasauskaitė Ugnė" userId="dbe9a6d3-80d0-4cdc-b180-3639bbb88ba5" providerId="ADAL" clId="{07B18557-A708-BB4C-BDBE-7183D1358208}" dt="2021-02-02T07:52:09.140" v="1374" actId="6014"/>
          <pc:sldLayoutMkLst>
            <pc:docMk/>
            <pc:sldMasterMk cId="3226558009" sldId="2147483740"/>
            <pc:sldLayoutMk cId="3899158391" sldId="2147483734"/>
          </pc:sldLayoutMkLst>
          <pc:spChg chg="mod">
            <ac:chgData name="Krasauskaitė Ugnė" userId="dbe9a6d3-80d0-4cdc-b180-3639bbb88ba5" providerId="ADAL" clId="{07B18557-A708-BB4C-BDBE-7183D1358208}" dt="2021-02-02T07:46:12.426" v="1340" actId="20578"/>
            <ac:spMkLst>
              <pc:docMk/>
              <pc:sldMasterMk cId="3226558009" sldId="2147483740"/>
              <pc:sldLayoutMk cId="3899158391" sldId="2147483734"/>
              <ac:spMk id="8" creationId="{D95773F8-D068-1F4A-994E-CAA5A3CA9D73}"/>
            </ac:spMkLst>
          </pc:spChg>
          <pc:spChg chg="mod">
            <ac:chgData name="Krasauskaitė Ugnė" userId="dbe9a6d3-80d0-4cdc-b180-3639bbb88ba5" providerId="ADAL" clId="{07B18557-A708-BB4C-BDBE-7183D1358208}" dt="2021-02-02T07:46:12.426" v="1340" actId="20578"/>
            <ac:spMkLst>
              <pc:docMk/>
              <pc:sldMasterMk cId="3226558009" sldId="2147483740"/>
              <pc:sldLayoutMk cId="3899158391" sldId="2147483734"/>
              <ac:spMk id="11" creationId="{52F83555-CE96-6D4C-89FF-4953A94371F1}"/>
            </ac:spMkLst>
          </pc:spChg>
          <pc:spChg chg="mod">
            <ac:chgData name="Krasauskaitė Ugnė" userId="dbe9a6d3-80d0-4cdc-b180-3639bbb88ba5" providerId="ADAL" clId="{07B18557-A708-BB4C-BDBE-7183D1358208}" dt="2021-02-02T07:46:12.426" v="1340" actId="20578"/>
            <ac:spMkLst>
              <pc:docMk/>
              <pc:sldMasterMk cId="3226558009" sldId="2147483740"/>
              <pc:sldLayoutMk cId="3899158391" sldId="2147483734"/>
              <ac:spMk id="16" creationId="{69113ABE-874B-0647-8AAD-DE5BA4A26CCF}"/>
            </ac:spMkLst>
          </pc:spChg>
          <pc:spChg chg="mod">
            <ac:chgData name="Krasauskaitė Ugnė" userId="dbe9a6d3-80d0-4cdc-b180-3639bbb88ba5" providerId="ADAL" clId="{07B18557-A708-BB4C-BDBE-7183D1358208}" dt="2021-02-02T07:46:12.426" v="1340" actId="20578"/>
            <ac:spMkLst>
              <pc:docMk/>
              <pc:sldMasterMk cId="3226558009" sldId="2147483740"/>
              <pc:sldLayoutMk cId="3899158391" sldId="2147483734"/>
              <ac:spMk id="19" creationId="{BAFEA5EF-7EB5-B242-B569-0521DECA7C5F}"/>
            </ac:spMkLst>
          </pc:spChg>
        </pc:sldLayoutChg>
        <pc:sldLayoutChg chg="modSp mod ord">
          <pc:chgData name="Krasauskaitė Ugnė" userId="dbe9a6d3-80d0-4cdc-b180-3639bbb88ba5" providerId="ADAL" clId="{07B18557-A708-BB4C-BDBE-7183D1358208}" dt="2021-02-02T07:52:22.355" v="1375" actId="6014"/>
          <pc:sldLayoutMkLst>
            <pc:docMk/>
            <pc:sldMasterMk cId="3226558009" sldId="2147483740"/>
            <pc:sldLayoutMk cId="4197057146" sldId="2147483735"/>
          </pc:sldLayoutMkLst>
          <pc:spChg chg="mod">
            <ac:chgData name="Krasauskaitė Ugnė" userId="dbe9a6d3-80d0-4cdc-b180-3639bbb88ba5" providerId="ADAL" clId="{07B18557-A708-BB4C-BDBE-7183D1358208}" dt="2021-02-02T07:46:12.426" v="1340" actId="20578"/>
            <ac:spMkLst>
              <pc:docMk/>
              <pc:sldMasterMk cId="3226558009" sldId="2147483740"/>
              <pc:sldLayoutMk cId="4197057146" sldId="2147483735"/>
              <ac:spMk id="8" creationId="{D95773F8-D068-1F4A-994E-CAA5A3CA9D73}"/>
            </ac:spMkLst>
          </pc:spChg>
          <pc:spChg chg="mod">
            <ac:chgData name="Krasauskaitė Ugnė" userId="dbe9a6d3-80d0-4cdc-b180-3639bbb88ba5" providerId="ADAL" clId="{07B18557-A708-BB4C-BDBE-7183D1358208}" dt="2021-02-02T07:46:12.426" v="1340" actId="20578"/>
            <ac:spMkLst>
              <pc:docMk/>
              <pc:sldMasterMk cId="3226558009" sldId="2147483740"/>
              <pc:sldLayoutMk cId="4197057146" sldId="2147483735"/>
              <ac:spMk id="11" creationId="{52F83555-CE96-6D4C-89FF-4953A94371F1}"/>
            </ac:spMkLst>
          </pc:spChg>
          <pc:spChg chg="mod">
            <ac:chgData name="Krasauskaitė Ugnė" userId="dbe9a6d3-80d0-4cdc-b180-3639bbb88ba5" providerId="ADAL" clId="{07B18557-A708-BB4C-BDBE-7183D1358208}" dt="2021-02-02T07:46:12.426" v="1340" actId="20578"/>
            <ac:spMkLst>
              <pc:docMk/>
              <pc:sldMasterMk cId="3226558009" sldId="2147483740"/>
              <pc:sldLayoutMk cId="4197057146" sldId="2147483735"/>
              <ac:spMk id="16" creationId="{69113ABE-874B-0647-8AAD-DE5BA4A26CCF}"/>
            </ac:spMkLst>
          </pc:spChg>
          <pc:spChg chg="mod">
            <ac:chgData name="Krasauskaitė Ugnė" userId="dbe9a6d3-80d0-4cdc-b180-3639bbb88ba5" providerId="ADAL" clId="{07B18557-A708-BB4C-BDBE-7183D1358208}" dt="2021-02-02T07:46:12.426" v="1340" actId="20578"/>
            <ac:spMkLst>
              <pc:docMk/>
              <pc:sldMasterMk cId="3226558009" sldId="2147483740"/>
              <pc:sldLayoutMk cId="4197057146" sldId="2147483735"/>
              <ac:spMk id="19" creationId="{BAFEA5EF-7EB5-B242-B569-0521DECA7C5F}"/>
            </ac:spMkLst>
          </pc:spChg>
        </pc:sldLayoutChg>
        <pc:sldLayoutChg chg="modSp mod ord">
          <pc:chgData name="Krasauskaitė Ugnė" userId="dbe9a6d3-80d0-4cdc-b180-3639bbb88ba5" providerId="ADAL" clId="{07B18557-A708-BB4C-BDBE-7183D1358208}" dt="2021-02-02T07:52:28.824" v="1376" actId="6014"/>
          <pc:sldLayoutMkLst>
            <pc:docMk/>
            <pc:sldMasterMk cId="3226558009" sldId="2147483740"/>
            <pc:sldLayoutMk cId="1911777476" sldId="2147483736"/>
          </pc:sldLayoutMkLst>
          <pc:spChg chg="mod">
            <ac:chgData name="Krasauskaitė Ugnė" userId="dbe9a6d3-80d0-4cdc-b180-3639bbb88ba5" providerId="ADAL" clId="{07B18557-A708-BB4C-BDBE-7183D1358208}" dt="2021-02-02T07:46:12.426" v="1340" actId="20578"/>
            <ac:spMkLst>
              <pc:docMk/>
              <pc:sldMasterMk cId="3226558009" sldId="2147483740"/>
              <pc:sldLayoutMk cId="1911777476" sldId="2147483736"/>
              <ac:spMk id="8" creationId="{D95773F8-D068-1F4A-994E-CAA5A3CA9D73}"/>
            </ac:spMkLst>
          </pc:spChg>
          <pc:spChg chg="mod">
            <ac:chgData name="Krasauskaitė Ugnė" userId="dbe9a6d3-80d0-4cdc-b180-3639bbb88ba5" providerId="ADAL" clId="{07B18557-A708-BB4C-BDBE-7183D1358208}" dt="2021-02-02T07:46:12.426" v="1340" actId="20578"/>
            <ac:spMkLst>
              <pc:docMk/>
              <pc:sldMasterMk cId="3226558009" sldId="2147483740"/>
              <pc:sldLayoutMk cId="1911777476" sldId="2147483736"/>
              <ac:spMk id="11" creationId="{52F83555-CE96-6D4C-89FF-4953A94371F1}"/>
            </ac:spMkLst>
          </pc:spChg>
          <pc:spChg chg="mod">
            <ac:chgData name="Krasauskaitė Ugnė" userId="dbe9a6d3-80d0-4cdc-b180-3639bbb88ba5" providerId="ADAL" clId="{07B18557-A708-BB4C-BDBE-7183D1358208}" dt="2021-02-02T07:46:12.426" v="1340" actId="20578"/>
            <ac:spMkLst>
              <pc:docMk/>
              <pc:sldMasterMk cId="3226558009" sldId="2147483740"/>
              <pc:sldLayoutMk cId="1911777476" sldId="2147483736"/>
              <ac:spMk id="16" creationId="{69113ABE-874B-0647-8AAD-DE5BA4A26CCF}"/>
            </ac:spMkLst>
          </pc:spChg>
          <pc:spChg chg="mod">
            <ac:chgData name="Krasauskaitė Ugnė" userId="dbe9a6d3-80d0-4cdc-b180-3639bbb88ba5" providerId="ADAL" clId="{07B18557-A708-BB4C-BDBE-7183D1358208}" dt="2021-02-02T07:46:12.426" v="1340" actId="20578"/>
            <ac:spMkLst>
              <pc:docMk/>
              <pc:sldMasterMk cId="3226558009" sldId="2147483740"/>
              <pc:sldLayoutMk cId="1911777476" sldId="2147483736"/>
              <ac:spMk id="19" creationId="{BAFEA5EF-7EB5-B242-B569-0521DECA7C5F}"/>
            </ac:spMkLst>
          </pc:spChg>
        </pc:sldLayoutChg>
        <pc:sldLayoutChg chg="addSp delSp modSp new mod replId">
          <pc:chgData name="Krasauskaitė Ugnė" userId="dbe9a6d3-80d0-4cdc-b180-3639bbb88ba5" providerId="ADAL" clId="{07B18557-A708-BB4C-BDBE-7183D1358208}" dt="2021-02-02T07:47:56.456" v="1354" actId="6014"/>
          <pc:sldLayoutMkLst>
            <pc:docMk/>
            <pc:sldMasterMk cId="3226558009" sldId="2147483740"/>
            <pc:sldLayoutMk cId="571262370" sldId="2147483741"/>
          </pc:sldLayoutMkLst>
          <pc:spChg chg="del">
            <ac:chgData name="Krasauskaitė Ugnė" userId="dbe9a6d3-80d0-4cdc-b180-3639bbb88ba5" providerId="ADAL" clId="{07B18557-A708-BB4C-BDBE-7183D1358208}" dt="2021-02-02T07:44:30.733" v="1329" actId="478"/>
            <ac:spMkLst>
              <pc:docMk/>
              <pc:sldMasterMk cId="3226558009" sldId="2147483740"/>
              <pc:sldLayoutMk cId="571262370" sldId="2147483741"/>
              <ac:spMk id="2" creationId="{483D9D73-4BB7-DE4B-A7E7-8A5B4FCB120D}"/>
            </ac:spMkLst>
          </pc:spChg>
          <pc:spChg chg="del">
            <ac:chgData name="Krasauskaitė Ugnė" userId="dbe9a6d3-80d0-4cdc-b180-3639bbb88ba5" providerId="ADAL" clId="{07B18557-A708-BB4C-BDBE-7183D1358208}" dt="2021-02-02T07:44:30.733" v="1329" actId="478"/>
            <ac:spMkLst>
              <pc:docMk/>
              <pc:sldMasterMk cId="3226558009" sldId="2147483740"/>
              <pc:sldLayoutMk cId="571262370" sldId="2147483741"/>
              <ac:spMk id="3" creationId="{7B3C7969-F72B-2246-9B8E-892565E87EE9}"/>
            </ac:spMkLst>
          </pc:spChg>
          <pc:spChg chg="del">
            <ac:chgData name="Krasauskaitė Ugnė" userId="dbe9a6d3-80d0-4cdc-b180-3639bbb88ba5" providerId="ADAL" clId="{07B18557-A708-BB4C-BDBE-7183D1358208}" dt="2021-02-02T07:44:30.733" v="1329" actId="478"/>
            <ac:spMkLst>
              <pc:docMk/>
              <pc:sldMasterMk cId="3226558009" sldId="2147483740"/>
              <pc:sldLayoutMk cId="571262370" sldId="2147483741"/>
              <ac:spMk id="4" creationId="{35520A63-897F-0148-87A1-4409EBB07CAE}"/>
            </ac:spMkLst>
          </pc:spChg>
          <pc:spChg chg="del">
            <ac:chgData name="Krasauskaitė Ugnė" userId="dbe9a6d3-80d0-4cdc-b180-3639bbb88ba5" providerId="ADAL" clId="{07B18557-A708-BB4C-BDBE-7183D1358208}" dt="2021-02-02T07:44:30.733" v="1329" actId="478"/>
            <ac:spMkLst>
              <pc:docMk/>
              <pc:sldMasterMk cId="3226558009" sldId="2147483740"/>
              <pc:sldLayoutMk cId="571262370" sldId="2147483741"/>
              <ac:spMk id="5" creationId="{74885CD9-F319-3240-B81F-1043AA3B3D07}"/>
            </ac:spMkLst>
          </pc:spChg>
          <pc:spChg chg="del">
            <ac:chgData name="Krasauskaitė Ugnė" userId="dbe9a6d3-80d0-4cdc-b180-3639bbb88ba5" providerId="ADAL" clId="{07B18557-A708-BB4C-BDBE-7183D1358208}" dt="2021-02-02T07:44:30.733" v="1329" actId="478"/>
            <ac:spMkLst>
              <pc:docMk/>
              <pc:sldMasterMk cId="3226558009" sldId="2147483740"/>
              <pc:sldLayoutMk cId="571262370" sldId="2147483741"/>
              <ac:spMk id="6" creationId="{BD6F456C-AB95-9144-A4B2-997E72998BD2}"/>
            </ac:spMkLst>
          </pc:spChg>
          <pc:spChg chg="add mod">
            <ac:chgData name="Krasauskaitė Ugnė" userId="dbe9a6d3-80d0-4cdc-b180-3639bbb88ba5" providerId="ADAL" clId="{07B18557-A708-BB4C-BDBE-7183D1358208}" dt="2021-02-02T07:45:01.016" v="1332"/>
            <ac:spMkLst>
              <pc:docMk/>
              <pc:sldMasterMk cId="3226558009" sldId="2147483740"/>
              <pc:sldLayoutMk cId="571262370" sldId="2147483741"/>
              <ac:spMk id="7" creationId="{2968082D-F45E-1B49-9FC3-AAC24B320736}"/>
            </ac:spMkLst>
          </pc:spChg>
        </pc:sldLayoutChg>
        <pc:sldLayoutChg chg="addSp delSp modSp new del mod replId">
          <pc:chgData name="Krasauskaitė Ugnė" userId="dbe9a6d3-80d0-4cdc-b180-3639bbb88ba5" providerId="ADAL" clId="{07B18557-A708-BB4C-BDBE-7183D1358208}" dt="2021-02-02T07:45:43.530" v="1339" actId="2696"/>
          <pc:sldLayoutMkLst>
            <pc:docMk/>
            <pc:sldMasterMk cId="3226558009" sldId="2147483740"/>
            <pc:sldLayoutMk cId="3236624197" sldId="2147483742"/>
          </pc:sldLayoutMkLst>
          <pc:spChg chg="del">
            <ac:chgData name="Krasauskaitė Ugnė" userId="dbe9a6d3-80d0-4cdc-b180-3639bbb88ba5" providerId="ADAL" clId="{07B18557-A708-BB4C-BDBE-7183D1358208}" dt="2021-02-02T07:44:33.054" v="1330" actId="478"/>
            <ac:spMkLst>
              <pc:docMk/>
              <pc:sldMasterMk cId="3226558009" sldId="2147483740"/>
              <pc:sldLayoutMk cId="3236624197" sldId="2147483742"/>
              <ac:spMk id="2" creationId="{413AE0B7-1778-7F4C-A4B6-0BC229F79BF5}"/>
            </ac:spMkLst>
          </pc:spChg>
          <pc:spChg chg="del">
            <ac:chgData name="Krasauskaitė Ugnė" userId="dbe9a6d3-80d0-4cdc-b180-3639bbb88ba5" providerId="ADAL" clId="{07B18557-A708-BB4C-BDBE-7183D1358208}" dt="2021-02-02T07:44:33.054" v="1330" actId="478"/>
            <ac:spMkLst>
              <pc:docMk/>
              <pc:sldMasterMk cId="3226558009" sldId="2147483740"/>
              <pc:sldLayoutMk cId="3236624197" sldId="2147483742"/>
              <ac:spMk id="3" creationId="{4F873E71-A0A0-C049-9C34-48F2DDA58EBE}"/>
            </ac:spMkLst>
          </pc:spChg>
          <pc:spChg chg="del">
            <ac:chgData name="Krasauskaitė Ugnė" userId="dbe9a6d3-80d0-4cdc-b180-3639bbb88ba5" providerId="ADAL" clId="{07B18557-A708-BB4C-BDBE-7183D1358208}" dt="2021-02-02T07:44:33.054" v="1330" actId="478"/>
            <ac:spMkLst>
              <pc:docMk/>
              <pc:sldMasterMk cId="3226558009" sldId="2147483740"/>
              <pc:sldLayoutMk cId="3236624197" sldId="2147483742"/>
              <ac:spMk id="4" creationId="{626F6C85-A4D1-0B4D-A9A3-2762B41DBDCE}"/>
            </ac:spMkLst>
          </pc:spChg>
          <pc:spChg chg="del">
            <ac:chgData name="Krasauskaitė Ugnė" userId="dbe9a6d3-80d0-4cdc-b180-3639bbb88ba5" providerId="ADAL" clId="{07B18557-A708-BB4C-BDBE-7183D1358208}" dt="2021-02-02T07:44:33.054" v="1330" actId="478"/>
            <ac:spMkLst>
              <pc:docMk/>
              <pc:sldMasterMk cId="3226558009" sldId="2147483740"/>
              <pc:sldLayoutMk cId="3236624197" sldId="2147483742"/>
              <ac:spMk id="5" creationId="{F3C0173D-0E43-6B47-A26E-0922F2918AE5}"/>
            </ac:spMkLst>
          </pc:spChg>
          <pc:spChg chg="del">
            <ac:chgData name="Krasauskaitė Ugnė" userId="dbe9a6d3-80d0-4cdc-b180-3639bbb88ba5" providerId="ADAL" clId="{07B18557-A708-BB4C-BDBE-7183D1358208}" dt="2021-02-02T07:44:33.054" v="1330" actId="478"/>
            <ac:spMkLst>
              <pc:docMk/>
              <pc:sldMasterMk cId="3226558009" sldId="2147483740"/>
              <pc:sldLayoutMk cId="3236624197" sldId="2147483742"/>
              <ac:spMk id="6" creationId="{F864E92B-F094-A34D-BB82-A5B198C6344C}"/>
            </ac:spMkLst>
          </pc:spChg>
          <pc:spChg chg="add mod">
            <ac:chgData name="Krasauskaitė Ugnė" userId="dbe9a6d3-80d0-4cdc-b180-3639bbb88ba5" providerId="ADAL" clId="{07B18557-A708-BB4C-BDBE-7183D1358208}" dt="2021-02-02T07:45:25.504" v="1336"/>
            <ac:spMkLst>
              <pc:docMk/>
              <pc:sldMasterMk cId="3226558009" sldId="2147483740"/>
              <pc:sldLayoutMk cId="3236624197" sldId="2147483742"/>
              <ac:spMk id="7" creationId="{998AF5D2-11B6-744D-8CFF-C0E37AB266B9}"/>
            </ac:spMkLst>
          </pc:spChg>
          <pc:spChg chg="add mod">
            <ac:chgData name="Krasauskaitė Ugnė" userId="dbe9a6d3-80d0-4cdc-b180-3639bbb88ba5" providerId="ADAL" clId="{07B18557-A708-BB4C-BDBE-7183D1358208}" dt="2021-02-02T07:45:25.504" v="1336"/>
            <ac:spMkLst>
              <pc:docMk/>
              <pc:sldMasterMk cId="3226558009" sldId="2147483740"/>
              <pc:sldLayoutMk cId="3236624197" sldId="2147483742"/>
              <ac:spMk id="8" creationId="{D5CBF26C-ED1D-664F-85B9-CBCF7EEECB09}"/>
            </ac:spMkLst>
          </pc:spChg>
        </pc:sldLayoutChg>
        <pc:sldLayoutChg chg="add mod modTransition">
          <pc:chgData name="Krasauskaitė Ugnė" userId="dbe9a6d3-80d0-4cdc-b180-3639bbb88ba5" providerId="ADAL" clId="{07B18557-A708-BB4C-BDBE-7183D1358208}" dt="2021-02-02T07:51:01.589" v="1369" actId="6014"/>
          <pc:sldLayoutMkLst>
            <pc:docMk/>
            <pc:sldMasterMk cId="3226558009" sldId="2147483740"/>
            <pc:sldLayoutMk cId="4081787762" sldId="2147483742"/>
          </pc:sldLayoutMkLst>
        </pc:sldLayoutChg>
        <pc:sldLayoutChg chg="new del replId">
          <pc:chgData name="Krasauskaitė Ugnė" userId="dbe9a6d3-80d0-4cdc-b180-3639bbb88ba5" providerId="ADAL" clId="{07B18557-A708-BB4C-BDBE-7183D1358208}" dt="2021-02-02T07:44:20.170" v="1320" actId="2696"/>
          <pc:sldLayoutMkLst>
            <pc:docMk/>
            <pc:sldMasterMk cId="3226558009" sldId="2147483740"/>
            <pc:sldLayoutMk cId="3407068742" sldId="2147483743"/>
          </pc:sldLayoutMkLst>
        </pc:sldLayoutChg>
        <pc:sldLayoutChg chg="new del replId">
          <pc:chgData name="Krasauskaitė Ugnė" userId="dbe9a6d3-80d0-4cdc-b180-3639bbb88ba5" providerId="ADAL" clId="{07B18557-A708-BB4C-BDBE-7183D1358208}" dt="2021-02-02T07:44:20.197" v="1325" actId="2696"/>
          <pc:sldLayoutMkLst>
            <pc:docMk/>
            <pc:sldMasterMk cId="3226558009" sldId="2147483740"/>
            <pc:sldLayoutMk cId="241433942" sldId="2147483744"/>
          </pc:sldLayoutMkLst>
        </pc:sldLayoutChg>
        <pc:sldLayoutChg chg="new del replId">
          <pc:chgData name="Krasauskaitė Ugnė" userId="dbe9a6d3-80d0-4cdc-b180-3639bbb88ba5" providerId="ADAL" clId="{07B18557-A708-BB4C-BDBE-7183D1358208}" dt="2021-02-02T07:44:20.213" v="1326" actId="2696"/>
          <pc:sldLayoutMkLst>
            <pc:docMk/>
            <pc:sldMasterMk cId="3226558009" sldId="2147483740"/>
            <pc:sldLayoutMk cId="2981114081" sldId="2147483745"/>
          </pc:sldLayoutMkLst>
        </pc:sldLayoutChg>
        <pc:sldLayoutChg chg="new del replId">
          <pc:chgData name="Krasauskaitė Ugnė" userId="dbe9a6d3-80d0-4cdc-b180-3639bbb88ba5" providerId="ADAL" clId="{07B18557-A708-BB4C-BDBE-7183D1358208}" dt="2021-02-02T07:44:20.168" v="1319" actId="2696"/>
          <pc:sldLayoutMkLst>
            <pc:docMk/>
            <pc:sldMasterMk cId="3226558009" sldId="2147483740"/>
            <pc:sldLayoutMk cId="3396406504" sldId="2147483746"/>
          </pc:sldLayoutMkLst>
        </pc:sldLayoutChg>
        <pc:sldLayoutChg chg="new del replId">
          <pc:chgData name="Krasauskaitė Ugnė" userId="dbe9a6d3-80d0-4cdc-b180-3639bbb88ba5" providerId="ADAL" clId="{07B18557-A708-BB4C-BDBE-7183D1358208}" dt="2021-02-02T07:44:20.171" v="1321" actId="2696"/>
          <pc:sldLayoutMkLst>
            <pc:docMk/>
            <pc:sldMasterMk cId="3226558009" sldId="2147483740"/>
            <pc:sldLayoutMk cId="4024401170" sldId="2147483747"/>
          </pc:sldLayoutMkLst>
        </pc:sldLayoutChg>
        <pc:sldLayoutChg chg="new del replId">
          <pc:chgData name="Krasauskaitė Ugnė" userId="dbe9a6d3-80d0-4cdc-b180-3639bbb88ba5" providerId="ADAL" clId="{07B18557-A708-BB4C-BDBE-7183D1358208}" dt="2021-02-02T07:44:20.172" v="1322" actId="2696"/>
          <pc:sldLayoutMkLst>
            <pc:docMk/>
            <pc:sldMasterMk cId="3226558009" sldId="2147483740"/>
            <pc:sldLayoutMk cId="3963893550" sldId="2147483748"/>
          </pc:sldLayoutMkLst>
        </pc:sldLayoutChg>
        <pc:sldLayoutChg chg="new del replId">
          <pc:chgData name="Krasauskaitė Ugnė" userId="dbe9a6d3-80d0-4cdc-b180-3639bbb88ba5" providerId="ADAL" clId="{07B18557-A708-BB4C-BDBE-7183D1358208}" dt="2021-02-02T07:44:20.174" v="1323" actId="2696"/>
          <pc:sldLayoutMkLst>
            <pc:docMk/>
            <pc:sldMasterMk cId="3226558009" sldId="2147483740"/>
            <pc:sldLayoutMk cId="2800721775" sldId="2147483749"/>
          </pc:sldLayoutMkLst>
        </pc:sldLayoutChg>
        <pc:sldLayoutChg chg="new del replId">
          <pc:chgData name="Krasauskaitė Ugnė" userId="dbe9a6d3-80d0-4cdc-b180-3639bbb88ba5" providerId="ADAL" clId="{07B18557-A708-BB4C-BDBE-7183D1358208}" dt="2021-02-02T07:44:20.195" v="1324" actId="2696"/>
          <pc:sldLayoutMkLst>
            <pc:docMk/>
            <pc:sldMasterMk cId="3226558009" sldId="2147483740"/>
            <pc:sldLayoutMk cId="3258365954" sldId="2147483750"/>
          </pc:sldLayoutMkLst>
        </pc:sldLayoutChg>
        <pc:sldLayoutChg chg="new del replId">
          <pc:chgData name="Krasauskaitė Ugnė" userId="dbe9a6d3-80d0-4cdc-b180-3639bbb88ba5" providerId="ADAL" clId="{07B18557-A708-BB4C-BDBE-7183D1358208}" dt="2021-02-02T07:44:20.167" v="1318" actId="2696"/>
          <pc:sldLayoutMkLst>
            <pc:docMk/>
            <pc:sldMasterMk cId="3226558009" sldId="2147483740"/>
            <pc:sldLayoutMk cId="441769775" sldId="2147483751"/>
          </pc:sldLayoutMkLst>
        </pc:sldLayoutChg>
      </pc:sldMasterChg>
    </pc:docChg>
  </pc:docChgLst>
  <pc:docChgLst>
    <pc:chgData name="Krasauskaitė Ugnė" userId="dbe9a6d3-80d0-4cdc-b180-3639bbb88ba5" providerId="ADAL" clId="{9CCC38C9-5055-CD49-B363-2FE5606DEA82}"/>
    <pc:docChg chg="undo custSel delSld modSld modMainMaster">
      <pc:chgData name="Krasauskaitė Ugnė" userId="dbe9a6d3-80d0-4cdc-b180-3639bbb88ba5" providerId="ADAL" clId="{9CCC38C9-5055-CD49-B363-2FE5606DEA82}" dt="2021-02-02T14:53:24.581" v="1029" actId="255"/>
      <pc:docMkLst>
        <pc:docMk/>
      </pc:docMkLst>
      <pc:sldChg chg="del">
        <pc:chgData name="Krasauskaitė Ugnė" userId="dbe9a6d3-80d0-4cdc-b180-3639bbb88ba5" providerId="ADAL" clId="{9CCC38C9-5055-CD49-B363-2FE5606DEA82}" dt="2021-02-02T08:20:26.876" v="832" actId="2696"/>
        <pc:sldMkLst>
          <pc:docMk/>
          <pc:sldMk cId="2609066329" sldId="259"/>
        </pc:sldMkLst>
      </pc:sldChg>
      <pc:sldMasterChg chg="addSldLayout modSldLayout sldLayoutOrd">
        <pc:chgData name="Krasauskaitė Ugnė" userId="dbe9a6d3-80d0-4cdc-b180-3639bbb88ba5" providerId="ADAL" clId="{9CCC38C9-5055-CD49-B363-2FE5606DEA82}" dt="2021-02-02T14:53:24.581" v="1029" actId="255"/>
        <pc:sldMasterMkLst>
          <pc:docMk/>
          <pc:sldMasterMk cId="2010401343" sldId="2147483648"/>
        </pc:sldMasterMkLst>
        <pc:sldLayoutChg chg="addSp delSp modSp mod">
          <pc:chgData name="Krasauskaitė Ugnė" userId="dbe9a6d3-80d0-4cdc-b180-3639bbb88ba5" providerId="ADAL" clId="{9CCC38C9-5055-CD49-B363-2FE5606DEA82}" dt="2021-02-02T09:25:10.708" v="964" actId="255"/>
          <pc:sldLayoutMkLst>
            <pc:docMk/>
            <pc:sldMasterMk cId="2010401343" sldId="2147483648"/>
            <pc:sldLayoutMk cId="3154229607" sldId="2147483712"/>
          </pc:sldLayoutMkLst>
          <pc:spChg chg="add del mod">
            <ac:chgData name="Krasauskaitė Ugnė" userId="dbe9a6d3-80d0-4cdc-b180-3639bbb88ba5" providerId="ADAL" clId="{9CCC38C9-5055-CD49-B363-2FE5606DEA82}" dt="2021-02-02T09:11:42.512" v="845" actId="767"/>
            <ac:spMkLst>
              <pc:docMk/>
              <pc:sldMasterMk cId="2010401343" sldId="2147483648"/>
              <pc:sldLayoutMk cId="3154229607" sldId="2147483712"/>
              <ac:spMk id="2" creationId="{DF9A9609-4B66-9E4D-932B-8BB19411294D}"/>
            </ac:spMkLst>
          </pc:spChg>
          <pc:spChg chg="add del mod">
            <ac:chgData name="Krasauskaitė Ugnė" userId="dbe9a6d3-80d0-4cdc-b180-3639bbb88ba5" providerId="ADAL" clId="{9CCC38C9-5055-CD49-B363-2FE5606DEA82}" dt="2021-02-02T09:24:44.231" v="962"/>
            <ac:spMkLst>
              <pc:docMk/>
              <pc:sldMasterMk cId="2010401343" sldId="2147483648"/>
              <pc:sldLayoutMk cId="3154229607" sldId="2147483712"/>
              <ac:spMk id="3" creationId="{498707F0-97D1-1748-9A1A-F5C029730CFD}"/>
            </ac:spMkLst>
          </pc:spChg>
          <pc:spChg chg="mod">
            <ac:chgData name="Krasauskaitė Ugnė" userId="dbe9a6d3-80d0-4cdc-b180-3639bbb88ba5" providerId="ADAL" clId="{9CCC38C9-5055-CD49-B363-2FE5606DEA82}" dt="2021-02-02T09:25:10.708" v="964" actId="255"/>
            <ac:spMkLst>
              <pc:docMk/>
              <pc:sldMasterMk cId="2010401343" sldId="2147483648"/>
              <pc:sldLayoutMk cId="3154229607" sldId="2147483712"/>
              <ac:spMk id="9" creationId="{7AF8862B-96D5-3A40-B92F-BAC6CDE874C0}"/>
            </ac:spMkLst>
          </pc:spChg>
          <pc:spChg chg="mod">
            <ac:chgData name="Krasauskaitė Ugnė" userId="dbe9a6d3-80d0-4cdc-b180-3639bbb88ba5" providerId="ADAL" clId="{9CCC38C9-5055-CD49-B363-2FE5606DEA82}" dt="2021-02-02T09:11:45.997" v="847" actId="20577"/>
            <ac:spMkLst>
              <pc:docMk/>
              <pc:sldMasterMk cId="2010401343" sldId="2147483648"/>
              <pc:sldLayoutMk cId="3154229607" sldId="2147483712"/>
              <ac:spMk id="20" creationId="{46D6B95C-B687-614F-8DA6-5031F96661AD}"/>
            </ac:spMkLst>
          </pc:spChg>
        </pc:sldLayoutChg>
        <pc:sldLayoutChg chg="addSp delSp modSp mod">
          <pc:chgData name="Krasauskaitė Ugnė" userId="dbe9a6d3-80d0-4cdc-b180-3639bbb88ba5" providerId="ADAL" clId="{9CCC38C9-5055-CD49-B363-2FE5606DEA82}" dt="2021-02-02T09:23:12.416" v="953" actId="1035"/>
          <pc:sldLayoutMkLst>
            <pc:docMk/>
            <pc:sldMasterMk cId="2010401343" sldId="2147483648"/>
            <pc:sldLayoutMk cId="3364796189" sldId="2147483714"/>
          </pc:sldLayoutMkLst>
          <pc:spChg chg="add mod">
            <ac:chgData name="Krasauskaitė Ugnė" userId="dbe9a6d3-80d0-4cdc-b180-3639bbb88ba5" providerId="ADAL" clId="{9CCC38C9-5055-CD49-B363-2FE5606DEA82}" dt="2021-02-02T09:23:12.416" v="953" actId="1035"/>
            <ac:spMkLst>
              <pc:docMk/>
              <pc:sldMasterMk cId="2010401343" sldId="2147483648"/>
              <pc:sldLayoutMk cId="3364796189" sldId="2147483714"/>
              <ac:spMk id="12" creationId="{323ABD1B-A1CE-B243-B0AE-AFA3DF058648}"/>
            </ac:spMkLst>
          </pc:spChg>
          <pc:spChg chg="del">
            <ac:chgData name="Krasauskaitė Ugnė" userId="dbe9a6d3-80d0-4cdc-b180-3639bbb88ba5" providerId="ADAL" clId="{9CCC38C9-5055-CD49-B363-2FE5606DEA82}" dt="2021-02-02T09:21:43.004" v="884" actId="478"/>
            <ac:spMkLst>
              <pc:docMk/>
              <pc:sldMasterMk cId="2010401343" sldId="2147483648"/>
              <pc:sldLayoutMk cId="3364796189" sldId="2147483714"/>
              <ac:spMk id="17" creationId="{658CBE40-AB00-2B41-923F-CF9D7BE30F5F}"/>
            </ac:spMkLst>
          </pc:spChg>
        </pc:sldLayoutChg>
        <pc:sldLayoutChg chg="addSp delSp modSp mod">
          <pc:chgData name="Krasauskaitė Ugnė" userId="dbe9a6d3-80d0-4cdc-b180-3639bbb88ba5" providerId="ADAL" clId="{9CCC38C9-5055-CD49-B363-2FE5606DEA82}" dt="2021-02-02T09:24:29.415" v="957" actId="1076"/>
          <pc:sldLayoutMkLst>
            <pc:docMk/>
            <pc:sldMasterMk cId="2010401343" sldId="2147483648"/>
            <pc:sldLayoutMk cId="3744837837" sldId="2147483715"/>
          </pc:sldLayoutMkLst>
          <pc:spChg chg="add mod">
            <ac:chgData name="Krasauskaitė Ugnė" userId="dbe9a6d3-80d0-4cdc-b180-3639bbb88ba5" providerId="ADAL" clId="{9CCC38C9-5055-CD49-B363-2FE5606DEA82}" dt="2021-02-02T09:24:29.415" v="957" actId="1076"/>
            <ac:spMkLst>
              <pc:docMk/>
              <pc:sldMasterMk cId="2010401343" sldId="2147483648"/>
              <pc:sldLayoutMk cId="3744837837" sldId="2147483715"/>
              <ac:spMk id="13" creationId="{FD500F5A-81CA-2F4B-BDD4-88D7FC1AE05F}"/>
            </ac:spMkLst>
          </pc:spChg>
          <pc:spChg chg="del">
            <ac:chgData name="Krasauskaitė Ugnė" userId="dbe9a6d3-80d0-4cdc-b180-3639bbb88ba5" providerId="ADAL" clId="{9CCC38C9-5055-CD49-B363-2FE5606DEA82}" dt="2021-02-02T09:24:23.958" v="955" actId="478"/>
            <ac:spMkLst>
              <pc:docMk/>
              <pc:sldMasterMk cId="2010401343" sldId="2147483648"/>
              <pc:sldLayoutMk cId="3744837837" sldId="2147483715"/>
              <ac:spMk id="17" creationId="{658CBE40-AB00-2B41-923F-CF9D7BE30F5F}"/>
            </ac:spMkLst>
          </pc:spChg>
        </pc:sldLayoutChg>
        <pc:sldLayoutChg chg="addSp delSp modSp mod">
          <pc:chgData name="Krasauskaitė Ugnė" userId="dbe9a6d3-80d0-4cdc-b180-3639bbb88ba5" providerId="ADAL" clId="{9CCC38C9-5055-CD49-B363-2FE5606DEA82}" dt="2021-02-02T09:25:21.203" v="966"/>
          <pc:sldLayoutMkLst>
            <pc:docMk/>
            <pc:sldMasterMk cId="2010401343" sldId="2147483648"/>
            <pc:sldLayoutMk cId="1195424930" sldId="2147483716"/>
          </pc:sldLayoutMkLst>
          <pc:spChg chg="add mod">
            <ac:chgData name="Krasauskaitė Ugnė" userId="dbe9a6d3-80d0-4cdc-b180-3639bbb88ba5" providerId="ADAL" clId="{9CCC38C9-5055-CD49-B363-2FE5606DEA82}" dt="2021-02-02T09:25:21.203" v="966"/>
            <ac:spMkLst>
              <pc:docMk/>
              <pc:sldMasterMk cId="2010401343" sldId="2147483648"/>
              <pc:sldLayoutMk cId="1195424930" sldId="2147483716"/>
              <ac:spMk id="11" creationId="{7EE7EFB9-58EC-4E46-B135-D34F2910C588}"/>
            </ac:spMkLst>
          </pc:spChg>
          <pc:spChg chg="del">
            <ac:chgData name="Krasauskaitė Ugnė" userId="dbe9a6d3-80d0-4cdc-b180-3639bbb88ba5" providerId="ADAL" clId="{9CCC38C9-5055-CD49-B363-2FE5606DEA82}" dt="2021-02-02T09:25:20.739" v="965" actId="478"/>
            <ac:spMkLst>
              <pc:docMk/>
              <pc:sldMasterMk cId="2010401343" sldId="2147483648"/>
              <pc:sldLayoutMk cId="1195424930" sldId="2147483716"/>
              <ac:spMk id="20" creationId="{0DA89282-BC77-374F-8ABF-0748E20950C4}"/>
            </ac:spMkLst>
          </pc:spChg>
          <pc:spChg chg="mod">
            <ac:chgData name="Krasauskaitė Ugnė" userId="dbe9a6d3-80d0-4cdc-b180-3639bbb88ba5" providerId="ADAL" clId="{9CCC38C9-5055-CD49-B363-2FE5606DEA82}" dt="2021-02-02T09:11:52.803" v="856" actId="20577"/>
            <ac:spMkLst>
              <pc:docMk/>
              <pc:sldMasterMk cId="2010401343" sldId="2147483648"/>
              <pc:sldLayoutMk cId="1195424930" sldId="2147483716"/>
              <ac:spMk id="22" creationId="{587BF503-4657-4144-AE5A-7FC3C4A8467D}"/>
            </ac:spMkLst>
          </pc:spChg>
        </pc:sldLayoutChg>
        <pc:sldLayoutChg chg="addSp delSp modSp mod">
          <pc:chgData name="Krasauskaitė Ugnė" userId="dbe9a6d3-80d0-4cdc-b180-3639bbb88ba5" providerId="ADAL" clId="{9CCC38C9-5055-CD49-B363-2FE5606DEA82}" dt="2021-02-02T09:25:51.586" v="980" actId="207"/>
          <pc:sldLayoutMkLst>
            <pc:docMk/>
            <pc:sldMasterMk cId="2010401343" sldId="2147483648"/>
            <pc:sldLayoutMk cId="3796437252" sldId="2147483717"/>
          </pc:sldLayoutMkLst>
          <pc:spChg chg="add mod">
            <ac:chgData name="Krasauskaitė Ugnė" userId="dbe9a6d3-80d0-4cdc-b180-3639bbb88ba5" providerId="ADAL" clId="{9CCC38C9-5055-CD49-B363-2FE5606DEA82}" dt="2021-02-02T09:25:51.586" v="980" actId="207"/>
            <ac:spMkLst>
              <pc:docMk/>
              <pc:sldMasterMk cId="2010401343" sldId="2147483648"/>
              <pc:sldLayoutMk cId="3796437252" sldId="2147483717"/>
              <ac:spMk id="8" creationId="{BEC282FF-8A8E-4743-8FE6-0CBA9BBA69B5}"/>
            </ac:spMkLst>
          </pc:spChg>
          <pc:spChg chg="del">
            <ac:chgData name="Krasauskaitė Ugnė" userId="dbe9a6d3-80d0-4cdc-b180-3639bbb88ba5" providerId="ADAL" clId="{9CCC38C9-5055-CD49-B363-2FE5606DEA82}" dt="2021-02-02T09:25:49.772" v="978" actId="478"/>
            <ac:spMkLst>
              <pc:docMk/>
              <pc:sldMasterMk cId="2010401343" sldId="2147483648"/>
              <pc:sldLayoutMk cId="3796437252" sldId="2147483717"/>
              <ac:spMk id="27" creationId="{61CEBCC4-E80B-604A-814A-EDFAF11839D4}"/>
            </ac:spMkLst>
          </pc:spChg>
        </pc:sldLayoutChg>
        <pc:sldLayoutChg chg="addSp delSp modSp mod">
          <pc:chgData name="Krasauskaitė Ugnė" userId="dbe9a6d3-80d0-4cdc-b180-3639bbb88ba5" providerId="ADAL" clId="{9CCC38C9-5055-CD49-B363-2FE5606DEA82}" dt="2021-02-02T09:25:55.781" v="982"/>
          <pc:sldLayoutMkLst>
            <pc:docMk/>
            <pc:sldMasterMk cId="2010401343" sldId="2147483648"/>
            <pc:sldLayoutMk cId="2153394625" sldId="2147483718"/>
          </pc:sldLayoutMkLst>
          <pc:spChg chg="del">
            <ac:chgData name="Krasauskaitė Ugnė" userId="dbe9a6d3-80d0-4cdc-b180-3639bbb88ba5" providerId="ADAL" clId="{9CCC38C9-5055-CD49-B363-2FE5606DEA82}" dt="2021-02-02T09:25:55.249" v="981" actId="478"/>
            <ac:spMkLst>
              <pc:docMk/>
              <pc:sldMasterMk cId="2010401343" sldId="2147483648"/>
              <pc:sldLayoutMk cId="2153394625" sldId="2147483718"/>
              <ac:spMk id="8" creationId="{89A93297-600A-0145-80AA-A90D2242E4D0}"/>
            </ac:spMkLst>
          </pc:spChg>
          <pc:spChg chg="add mod">
            <ac:chgData name="Krasauskaitė Ugnė" userId="dbe9a6d3-80d0-4cdc-b180-3639bbb88ba5" providerId="ADAL" clId="{9CCC38C9-5055-CD49-B363-2FE5606DEA82}" dt="2021-02-02T09:25:55.781" v="982"/>
            <ac:spMkLst>
              <pc:docMk/>
              <pc:sldMasterMk cId="2010401343" sldId="2147483648"/>
              <pc:sldLayoutMk cId="2153394625" sldId="2147483718"/>
              <ac:spMk id="9" creationId="{B83568EC-B77A-0E4D-9628-B5B410A3918A}"/>
            </ac:spMkLst>
          </pc:spChg>
        </pc:sldLayoutChg>
        <pc:sldLayoutChg chg="addSp delSp modSp mod">
          <pc:chgData name="Krasauskaitė Ugnė" userId="dbe9a6d3-80d0-4cdc-b180-3639bbb88ba5" providerId="ADAL" clId="{9CCC38C9-5055-CD49-B363-2FE5606DEA82}" dt="2021-02-02T09:25:32.368" v="970" actId="207"/>
          <pc:sldLayoutMkLst>
            <pc:docMk/>
            <pc:sldMasterMk cId="2010401343" sldId="2147483648"/>
            <pc:sldLayoutMk cId="149757217" sldId="2147483723"/>
          </pc:sldLayoutMkLst>
          <pc:spChg chg="add mod">
            <ac:chgData name="Krasauskaitė Ugnė" userId="dbe9a6d3-80d0-4cdc-b180-3639bbb88ba5" providerId="ADAL" clId="{9CCC38C9-5055-CD49-B363-2FE5606DEA82}" dt="2021-02-02T09:25:32.368" v="970" actId="207"/>
            <ac:spMkLst>
              <pc:docMk/>
              <pc:sldMasterMk cId="2010401343" sldId="2147483648"/>
              <pc:sldLayoutMk cId="149757217" sldId="2147483723"/>
              <ac:spMk id="10" creationId="{D1705FAF-CC62-BB49-B817-BC45A057FA08}"/>
            </ac:spMkLst>
          </pc:spChg>
          <pc:spChg chg="del">
            <ac:chgData name="Krasauskaitė Ugnė" userId="dbe9a6d3-80d0-4cdc-b180-3639bbb88ba5" providerId="ADAL" clId="{9CCC38C9-5055-CD49-B363-2FE5606DEA82}" dt="2021-02-02T09:25:28.514" v="967" actId="478"/>
            <ac:spMkLst>
              <pc:docMk/>
              <pc:sldMasterMk cId="2010401343" sldId="2147483648"/>
              <pc:sldLayoutMk cId="149757217" sldId="2147483723"/>
              <ac:spMk id="17" creationId="{0FAEFB1A-435A-D349-AF5F-08B370B8F014}"/>
            </ac:spMkLst>
          </pc:spChg>
          <pc:spChg chg="mod">
            <ac:chgData name="Krasauskaitė Ugnė" userId="dbe9a6d3-80d0-4cdc-b180-3639bbb88ba5" providerId="ADAL" clId="{9CCC38C9-5055-CD49-B363-2FE5606DEA82}" dt="2021-02-02T09:12:00.267" v="865" actId="20577"/>
            <ac:spMkLst>
              <pc:docMk/>
              <pc:sldMasterMk cId="2010401343" sldId="2147483648"/>
              <pc:sldLayoutMk cId="149757217" sldId="2147483723"/>
              <ac:spMk id="22" creationId="{587BF503-4657-4144-AE5A-7FC3C4A8467D}"/>
            </ac:spMkLst>
          </pc:spChg>
        </pc:sldLayoutChg>
        <pc:sldLayoutChg chg="addSp delSp modSp mod">
          <pc:chgData name="Krasauskaitė Ugnė" userId="dbe9a6d3-80d0-4cdc-b180-3639bbb88ba5" providerId="ADAL" clId="{9CCC38C9-5055-CD49-B363-2FE5606DEA82}" dt="2021-02-02T09:25:39.658" v="974" actId="1035"/>
          <pc:sldLayoutMkLst>
            <pc:docMk/>
            <pc:sldMasterMk cId="2010401343" sldId="2147483648"/>
            <pc:sldLayoutMk cId="4182828940" sldId="2147483737"/>
          </pc:sldLayoutMkLst>
          <pc:spChg chg="add mod">
            <ac:chgData name="Krasauskaitė Ugnė" userId="dbe9a6d3-80d0-4cdc-b180-3639bbb88ba5" providerId="ADAL" clId="{9CCC38C9-5055-CD49-B363-2FE5606DEA82}" dt="2021-02-02T09:25:39.658" v="974" actId="1035"/>
            <ac:spMkLst>
              <pc:docMk/>
              <pc:sldMasterMk cId="2010401343" sldId="2147483648"/>
              <pc:sldLayoutMk cId="4182828940" sldId="2147483737"/>
              <ac:spMk id="8" creationId="{EE81F693-50CC-E74A-92F2-28556691589B}"/>
            </ac:spMkLst>
          </pc:spChg>
          <pc:spChg chg="del">
            <ac:chgData name="Krasauskaitė Ugnė" userId="dbe9a6d3-80d0-4cdc-b180-3639bbb88ba5" providerId="ADAL" clId="{9CCC38C9-5055-CD49-B363-2FE5606DEA82}" dt="2021-02-02T09:25:36.954" v="971" actId="478"/>
            <ac:spMkLst>
              <pc:docMk/>
              <pc:sldMasterMk cId="2010401343" sldId="2147483648"/>
              <pc:sldLayoutMk cId="4182828940" sldId="2147483737"/>
              <ac:spMk id="20" creationId="{0DA89282-BC77-374F-8ABF-0748E20950C4}"/>
            </ac:spMkLst>
          </pc:spChg>
          <pc:spChg chg="mod">
            <ac:chgData name="Krasauskaitė Ugnė" userId="dbe9a6d3-80d0-4cdc-b180-3639bbb88ba5" providerId="ADAL" clId="{9CCC38C9-5055-CD49-B363-2FE5606DEA82}" dt="2021-02-02T09:12:04.779" v="874" actId="20577"/>
            <ac:spMkLst>
              <pc:docMk/>
              <pc:sldMasterMk cId="2010401343" sldId="2147483648"/>
              <pc:sldLayoutMk cId="4182828940" sldId="2147483737"/>
              <ac:spMk id="22" creationId="{587BF503-4657-4144-AE5A-7FC3C4A8467D}"/>
            </ac:spMkLst>
          </pc:spChg>
        </pc:sldLayoutChg>
        <pc:sldLayoutChg chg="addSp delSp modSp mod">
          <pc:chgData name="Krasauskaitė Ugnė" userId="dbe9a6d3-80d0-4cdc-b180-3639bbb88ba5" providerId="ADAL" clId="{9CCC38C9-5055-CD49-B363-2FE5606DEA82}" dt="2021-02-02T09:25:45.419" v="977" actId="207"/>
          <pc:sldLayoutMkLst>
            <pc:docMk/>
            <pc:sldMasterMk cId="2010401343" sldId="2147483648"/>
            <pc:sldLayoutMk cId="2233462981" sldId="2147483738"/>
          </pc:sldLayoutMkLst>
          <pc:spChg chg="add mod">
            <ac:chgData name="Krasauskaitė Ugnė" userId="dbe9a6d3-80d0-4cdc-b180-3639bbb88ba5" providerId="ADAL" clId="{9CCC38C9-5055-CD49-B363-2FE5606DEA82}" dt="2021-02-02T09:25:45.419" v="977" actId="207"/>
            <ac:spMkLst>
              <pc:docMk/>
              <pc:sldMasterMk cId="2010401343" sldId="2147483648"/>
              <pc:sldLayoutMk cId="2233462981" sldId="2147483738"/>
              <ac:spMk id="8" creationId="{BD405FBB-9895-7146-BF23-12D1784B464A}"/>
            </ac:spMkLst>
          </pc:spChg>
          <pc:spChg chg="del">
            <ac:chgData name="Krasauskaitė Ugnė" userId="dbe9a6d3-80d0-4cdc-b180-3639bbb88ba5" providerId="ADAL" clId="{9CCC38C9-5055-CD49-B363-2FE5606DEA82}" dt="2021-02-02T09:25:43.434" v="975" actId="478"/>
            <ac:spMkLst>
              <pc:docMk/>
              <pc:sldMasterMk cId="2010401343" sldId="2147483648"/>
              <pc:sldLayoutMk cId="2233462981" sldId="2147483738"/>
              <ac:spMk id="20" creationId="{0DA89282-BC77-374F-8ABF-0748E20950C4}"/>
            </ac:spMkLst>
          </pc:spChg>
          <pc:spChg chg="mod">
            <ac:chgData name="Krasauskaitė Ugnė" userId="dbe9a6d3-80d0-4cdc-b180-3639bbb88ba5" providerId="ADAL" clId="{9CCC38C9-5055-CD49-B363-2FE5606DEA82}" dt="2021-02-02T09:12:08.302" v="883" actId="20577"/>
            <ac:spMkLst>
              <pc:docMk/>
              <pc:sldMasterMk cId="2010401343" sldId="2147483648"/>
              <pc:sldLayoutMk cId="2233462981" sldId="2147483738"/>
              <ac:spMk id="22" creationId="{587BF503-4657-4144-AE5A-7FC3C4A8467D}"/>
            </ac:spMkLst>
          </pc:spChg>
        </pc:sldLayoutChg>
        <pc:sldLayoutChg chg="delSp modSp add mod ord replId modTransition">
          <pc:chgData name="Krasauskaitė Ugnė" userId="dbe9a6d3-80d0-4cdc-b180-3639bbb88ba5" providerId="ADAL" clId="{9CCC38C9-5055-CD49-B363-2FE5606DEA82}" dt="2021-02-02T14:53:24.581" v="1029" actId="255"/>
          <pc:sldLayoutMkLst>
            <pc:docMk/>
            <pc:sldMasterMk cId="2010401343" sldId="2147483648"/>
            <pc:sldLayoutMk cId="2764757651" sldId="2147483743"/>
          </pc:sldLayoutMkLst>
          <pc:spChg chg="del">
            <ac:chgData name="Krasauskaitė Ugnė" userId="dbe9a6d3-80d0-4cdc-b180-3639bbb88ba5" providerId="ADAL" clId="{9CCC38C9-5055-CD49-B363-2FE5606DEA82}" dt="2021-02-02T14:52:20.021" v="998" actId="478"/>
            <ac:spMkLst>
              <pc:docMk/>
              <pc:sldMasterMk cId="2010401343" sldId="2147483648"/>
              <pc:sldLayoutMk cId="2764757651" sldId="2147483743"/>
              <ac:spMk id="14" creationId="{462B305F-E454-6A49-BE5A-20AC4E248E21}"/>
            </ac:spMkLst>
          </pc:spChg>
          <pc:spChg chg="mod">
            <ac:chgData name="Krasauskaitė Ugnė" userId="dbe9a6d3-80d0-4cdc-b180-3639bbb88ba5" providerId="ADAL" clId="{9CCC38C9-5055-CD49-B363-2FE5606DEA82}" dt="2021-02-02T14:53:24.581" v="1029" actId="255"/>
            <ac:spMkLst>
              <pc:docMk/>
              <pc:sldMasterMk cId="2010401343" sldId="2147483648"/>
              <pc:sldLayoutMk cId="2764757651" sldId="2147483743"/>
              <ac:spMk id="15" creationId="{AD15DE3A-FC37-F54E-907A-A159B33E946B}"/>
            </ac:spMkLst>
          </pc:spChg>
        </pc:sldLayoutChg>
      </pc:sldMasterChg>
      <pc:sldMasterChg chg="mod addSldLayout delSldLayout modSldLayout">
        <pc:chgData name="Krasauskaitė Ugnė" userId="dbe9a6d3-80d0-4cdc-b180-3639bbb88ba5" providerId="ADAL" clId="{9CCC38C9-5055-CD49-B363-2FE5606DEA82}" dt="2021-02-02T08:30:08.128" v="843"/>
        <pc:sldMasterMkLst>
          <pc:docMk/>
          <pc:sldMasterMk cId="1568673086" sldId="2147483707"/>
        </pc:sldMasterMkLst>
        <pc:sldLayoutChg chg="addSp delSp modSp mod">
          <pc:chgData name="Krasauskaitė Ugnė" userId="dbe9a6d3-80d0-4cdc-b180-3639bbb88ba5" providerId="ADAL" clId="{9CCC38C9-5055-CD49-B363-2FE5606DEA82}" dt="2021-02-02T08:29:43.574" v="838"/>
          <pc:sldLayoutMkLst>
            <pc:docMk/>
            <pc:sldMasterMk cId="1568673086" sldId="2147483707"/>
            <pc:sldLayoutMk cId="232310961" sldId="2147483708"/>
          </pc:sldLayoutMkLst>
          <pc:spChg chg="mod">
            <ac:chgData name="Krasauskaitė Ugnė" userId="dbe9a6d3-80d0-4cdc-b180-3639bbb88ba5" providerId="ADAL" clId="{9CCC38C9-5055-CD49-B363-2FE5606DEA82}" dt="2021-02-02T08:16:59.231" v="688" actId="20577"/>
            <ac:spMkLst>
              <pc:docMk/>
              <pc:sldMasterMk cId="1568673086" sldId="2147483707"/>
              <pc:sldLayoutMk cId="232310961" sldId="2147483708"/>
              <ac:spMk id="13" creationId="{3AB4F772-2275-974B-AA4E-C0D2280B6421}"/>
            </ac:spMkLst>
          </pc:spChg>
          <pc:graphicFrameChg chg="add del mod">
            <ac:chgData name="Krasauskaitė Ugnė" userId="dbe9a6d3-80d0-4cdc-b180-3639bbb88ba5" providerId="ADAL" clId="{9CCC38C9-5055-CD49-B363-2FE5606DEA82}" dt="2021-02-02T08:29:33.396" v="835"/>
            <ac:graphicFrameMkLst>
              <pc:docMk/>
              <pc:sldMasterMk cId="1568673086" sldId="2147483707"/>
              <pc:sldLayoutMk cId="232310961" sldId="2147483708"/>
              <ac:graphicFrameMk id="5" creationId="{2B6F5CA7-0298-0243-9E44-2A2540AB8541}"/>
            </ac:graphicFrameMkLst>
          </pc:graphicFrameChg>
          <pc:graphicFrameChg chg="add del mod">
            <ac:chgData name="Krasauskaitė Ugnė" userId="dbe9a6d3-80d0-4cdc-b180-3639bbb88ba5" providerId="ADAL" clId="{9CCC38C9-5055-CD49-B363-2FE5606DEA82}" dt="2021-02-02T08:29:33.396" v="835"/>
            <ac:graphicFrameMkLst>
              <pc:docMk/>
              <pc:sldMasterMk cId="1568673086" sldId="2147483707"/>
              <pc:sldLayoutMk cId="232310961" sldId="2147483708"/>
              <ac:graphicFrameMk id="6" creationId="{1EDE0A55-A201-6248-A27E-B54B718BCD0C}"/>
            </ac:graphicFrameMkLst>
          </pc:graphicFrameChg>
          <pc:graphicFrameChg chg="add mod">
            <ac:chgData name="Krasauskaitė Ugnė" userId="dbe9a6d3-80d0-4cdc-b180-3639bbb88ba5" providerId="ADAL" clId="{9CCC38C9-5055-CD49-B363-2FE5606DEA82}" dt="2021-02-02T08:29:43.574" v="838"/>
            <ac:graphicFrameMkLst>
              <pc:docMk/>
              <pc:sldMasterMk cId="1568673086" sldId="2147483707"/>
              <pc:sldLayoutMk cId="232310961" sldId="2147483708"/>
              <ac:graphicFrameMk id="7" creationId="{0ECDE41A-C15A-8C4B-A12D-1A07B994E01E}"/>
            </ac:graphicFrameMkLst>
          </pc:graphicFrameChg>
          <pc:graphicFrameChg chg="add mod">
            <ac:chgData name="Krasauskaitė Ugnė" userId="dbe9a6d3-80d0-4cdc-b180-3639bbb88ba5" providerId="ADAL" clId="{9CCC38C9-5055-CD49-B363-2FE5606DEA82}" dt="2021-02-02T08:29:43.574" v="838"/>
            <ac:graphicFrameMkLst>
              <pc:docMk/>
              <pc:sldMasterMk cId="1568673086" sldId="2147483707"/>
              <pc:sldLayoutMk cId="232310961" sldId="2147483708"/>
              <ac:graphicFrameMk id="8" creationId="{1E189536-B994-8B44-9AD6-1E9B3000F884}"/>
            </ac:graphicFrameMkLst>
          </pc:graphicFrameChg>
          <pc:graphicFrameChg chg="del mod">
            <ac:chgData name="Krasauskaitė Ugnė" userId="dbe9a6d3-80d0-4cdc-b180-3639bbb88ba5" providerId="ADAL" clId="{9CCC38C9-5055-CD49-B363-2FE5606DEA82}" dt="2021-02-02T08:29:24.609" v="833" actId="478"/>
            <ac:graphicFrameMkLst>
              <pc:docMk/>
              <pc:sldMasterMk cId="1568673086" sldId="2147483707"/>
              <pc:sldLayoutMk cId="232310961" sldId="2147483708"/>
              <ac:graphicFrameMk id="11" creationId="{E97E286C-F119-164D-98B5-7554300BFF15}"/>
            </ac:graphicFrameMkLst>
          </pc:graphicFrameChg>
          <pc:graphicFrameChg chg="del mod">
            <ac:chgData name="Krasauskaitė Ugnė" userId="dbe9a6d3-80d0-4cdc-b180-3639bbb88ba5" providerId="ADAL" clId="{9CCC38C9-5055-CD49-B363-2FE5606DEA82}" dt="2021-02-02T08:29:24.609" v="833" actId="478"/>
            <ac:graphicFrameMkLst>
              <pc:docMk/>
              <pc:sldMasterMk cId="1568673086" sldId="2147483707"/>
              <pc:sldLayoutMk cId="232310961" sldId="2147483708"/>
              <ac:graphicFrameMk id="12" creationId="{A36EB0B7-CB10-0C4C-B050-33BD0FB32D11}"/>
            </ac:graphicFrameMkLst>
          </pc:graphicFrameChg>
        </pc:sldLayoutChg>
        <pc:sldLayoutChg chg="addSp delSp modSp add del mod">
          <pc:chgData name="Krasauskaitė Ugnė" userId="dbe9a6d3-80d0-4cdc-b180-3639bbb88ba5" providerId="ADAL" clId="{9CCC38C9-5055-CD49-B363-2FE5606DEA82}" dt="2021-02-02T08:29:37.184" v="837"/>
          <pc:sldLayoutMkLst>
            <pc:docMk/>
            <pc:sldMasterMk cId="1568673086" sldId="2147483707"/>
            <pc:sldLayoutMk cId="9681063" sldId="2147483709"/>
          </pc:sldLayoutMkLst>
          <pc:spChg chg="add mod">
            <ac:chgData name="Krasauskaitė Ugnė" userId="dbe9a6d3-80d0-4cdc-b180-3639bbb88ba5" providerId="ADAL" clId="{9CCC38C9-5055-CD49-B363-2FE5606DEA82}" dt="2021-02-02T08:17:03.679" v="690" actId="20577"/>
            <ac:spMkLst>
              <pc:docMk/>
              <pc:sldMasterMk cId="1568673086" sldId="2147483707"/>
              <pc:sldLayoutMk cId="9681063" sldId="2147483709"/>
              <ac:spMk id="5" creationId="{F822D502-64E2-DE49-8A59-1D3013B76A6E}"/>
            </ac:spMkLst>
          </pc:spChg>
          <pc:spChg chg="del">
            <ac:chgData name="Krasauskaitė Ugnė" userId="dbe9a6d3-80d0-4cdc-b180-3639bbb88ba5" providerId="ADAL" clId="{9CCC38C9-5055-CD49-B363-2FE5606DEA82}" dt="2021-02-02T08:12:58.385" v="468" actId="478"/>
            <ac:spMkLst>
              <pc:docMk/>
              <pc:sldMasterMk cId="1568673086" sldId="2147483707"/>
              <pc:sldLayoutMk cId="9681063" sldId="2147483709"/>
              <ac:spMk id="9" creationId="{559BF6B7-A47F-0D4D-87F3-3C092B912EA2}"/>
            </ac:spMkLst>
          </pc:spChg>
          <pc:graphicFrameChg chg="add mod">
            <ac:chgData name="Krasauskaitė Ugnė" userId="dbe9a6d3-80d0-4cdc-b180-3639bbb88ba5" providerId="ADAL" clId="{9CCC38C9-5055-CD49-B363-2FE5606DEA82}" dt="2021-02-02T08:29:37.184" v="837"/>
            <ac:graphicFrameMkLst>
              <pc:docMk/>
              <pc:sldMasterMk cId="1568673086" sldId="2147483707"/>
              <pc:sldLayoutMk cId="9681063" sldId="2147483709"/>
              <ac:graphicFrameMk id="6" creationId="{8EE4845D-B78D-4A46-9763-62D727630EA1}"/>
            </ac:graphicFrameMkLst>
          </pc:graphicFrameChg>
          <pc:graphicFrameChg chg="del mod">
            <ac:chgData name="Krasauskaitė Ugnė" userId="dbe9a6d3-80d0-4cdc-b180-3639bbb88ba5" providerId="ADAL" clId="{9CCC38C9-5055-CD49-B363-2FE5606DEA82}" dt="2021-02-02T08:29:36.772" v="836" actId="478"/>
            <ac:graphicFrameMkLst>
              <pc:docMk/>
              <pc:sldMasterMk cId="1568673086" sldId="2147483707"/>
              <pc:sldLayoutMk cId="9681063" sldId="2147483709"/>
              <ac:graphicFrameMk id="7" creationId="{219E62AA-E2D7-254E-B7E9-789668C3EE84}"/>
            </ac:graphicFrameMkLst>
          </pc:graphicFrameChg>
          <pc:graphicFrameChg chg="del mod">
            <ac:chgData name="Krasauskaitė Ugnė" userId="dbe9a6d3-80d0-4cdc-b180-3639bbb88ba5" providerId="ADAL" clId="{9CCC38C9-5055-CD49-B363-2FE5606DEA82}" dt="2021-02-02T08:29:36.772" v="836" actId="478"/>
            <ac:graphicFrameMkLst>
              <pc:docMk/>
              <pc:sldMasterMk cId="1568673086" sldId="2147483707"/>
              <pc:sldLayoutMk cId="9681063" sldId="2147483709"/>
              <ac:graphicFrameMk id="8" creationId="{8F4103FC-5D4B-6148-8344-357F85691C58}"/>
            </ac:graphicFrameMkLst>
          </pc:graphicFrameChg>
          <pc:graphicFrameChg chg="add mod">
            <ac:chgData name="Krasauskaitė Ugnė" userId="dbe9a6d3-80d0-4cdc-b180-3639bbb88ba5" providerId="ADAL" clId="{9CCC38C9-5055-CD49-B363-2FE5606DEA82}" dt="2021-02-02T08:29:37.184" v="837"/>
            <ac:graphicFrameMkLst>
              <pc:docMk/>
              <pc:sldMasterMk cId="1568673086" sldId="2147483707"/>
              <pc:sldLayoutMk cId="9681063" sldId="2147483709"/>
              <ac:graphicFrameMk id="9" creationId="{5A0CB8A1-1010-EC4F-B6C5-EFB7467F76EE}"/>
            </ac:graphicFrameMkLst>
          </pc:graphicFrameChg>
        </pc:sldLayoutChg>
        <pc:sldLayoutChg chg="addSp delSp modSp mod">
          <pc:chgData name="Krasauskaitė Ugnė" userId="dbe9a6d3-80d0-4cdc-b180-3639bbb88ba5" providerId="ADAL" clId="{9CCC38C9-5055-CD49-B363-2FE5606DEA82}" dt="2021-02-02T08:29:55.764" v="840"/>
          <pc:sldLayoutMkLst>
            <pc:docMk/>
            <pc:sldMasterMk cId="1568673086" sldId="2147483707"/>
            <pc:sldLayoutMk cId="4242087196" sldId="2147483710"/>
          </pc:sldLayoutMkLst>
          <pc:spChg chg="mod">
            <ac:chgData name="Krasauskaitė Ugnė" userId="dbe9a6d3-80d0-4cdc-b180-3639bbb88ba5" providerId="ADAL" clId="{9CCC38C9-5055-CD49-B363-2FE5606DEA82}" dt="2021-02-02T08:18:22.470" v="759" actId="20577"/>
            <ac:spMkLst>
              <pc:docMk/>
              <pc:sldMasterMk cId="1568673086" sldId="2147483707"/>
              <pc:sldLayoutMk cId="4242087196" sldId="2147483710"/>
              <ac:spMk id="12" creationId="{0A4775A3-EB07-A141-A562-5216ADEA360A}"/>
            </ac:spMkLst>
          </pc:spChg>
          <pc:graphicFrameChg chg="add mod">
            <ac:chgData name="Krasauskaitė Ugnė" userId="dbe9a6d3-80d0-4cdc-b180-3639bbb88ba5" providerId="ADAL" clId="{9CCC38C9-5055-CD49-B363-2FE5606DEA82}" dt="2021-02-02T08:29:55.764" v="840"/>
            <ac:graphicFrameMkLst>
              <pc:docMk/>
              <pc:sldMasterMk cId="1568673086" sldId="2147483707"/>
              <pc:sldLayoutMk cId="4242087196" sldId="2147483710"/>
              <ac:graphicFrameMk id="4" creationId="{8EDCF25F-588F-FA48-A5FB-9F332A23BADD}"/>
            </ac:graphicFrameMkLst>
          </pc:graphicFrameChg>
          <pc:graphicFrameChg chg="del mod">
            <ac:chgData name="Krasauskaitė Ugnė" userId="dbe9a6d3-80d0-4cdc-b180-3639bbb88ba5" providerId="ADAL" clId="{9CCC38C9-5055-CD49-B363-2FE5606DEA82}" dt="2021-02-02T08:29:49.330" v="839" actId="478"/>
            <ac:graphicFrameMkLst>
              <pc:docMk/>
              <pc:sldMasterMk cId="1568673086" sldId="2147483707"/>
              <pc:sldLayoutMk cId="4242087196" sldId="2147483710"/>
              <ac:graphicFrameMk id="11" creationId="{9C492272-9779-2241-83F3-E687CBCE187A}"/>
            </ac:graphicFrameMkLst>
          </pc:graphicFrameChg>
        </pc:sldLayoutChg>
        <pc:sldLayoutChg chg="addSp delSp modSp mod">
          <pc:chgData name="Krasauskaitė Ugnė" userId="dbe9a6d3-80d0-4cdc-b180-3639bbb88ba5" providerId="ADAL" clId="{9CCC38C9-5055-CD49-B363-2FE5606DEA82}" dt="2021-02-02T08:30:08.128" v="843"/>
          <pc:sldLayoutMkLst>
            <pc:docMk/>
            <pc:sldMasterMk cId="1568673086" sldId="2147483707"/>
            <pc:sldLayoutMk cId="152577745" sldId="2147483711"/>
          </pc:sldLayoutMkLst>
          <pc:spChg chg="add del mod">
            <ac:chgData name="Krasauskaitė Ugnė" userId="dbe9a6d3-80d0-4cdc-b180-3639bbb88ba5" providerId="ADAL" clId="{9CCC38C9-5055-CD49-B363-2FE5606DEA82}" dt="2021-02-02T08:18:58.487" v="822"/>
            <ac:spMkLst>
              <pc:docMk/>
              <pc:sldMasterMk cId="1568673086" sldId="2147483707"/>
              <pc:sldLayoutMk cId="152577745" sldId="2147483711"/>
              <ac:spMk id="2" creationId="{C43E1ADD-70A1-5544-A10B-1FE47339B540}"/>
            </ac:spMkLst>
          </pc:spChg>
          <pc:spChg chg="del">
            <ac:chgData name="Krasauskaitė Ugnė" userId="dbe9a6d3-80d0-4cdc-b180-3639bbb88ba5" providerId="ADAL" clId="{9CCC38C9-5055-CD49-B363-2FE5606DEA82}" dt="2021-02-02T08:18:51.139" v="820" actId="478"/>
            <ac:spMkLst>
              <pc:docMk/>
              <pc:sldMasterMk cId="1568673086" sldId="2147483707"/>
              <pc:sldLayoutMk cId="152577745" sldId="2147483711"/>
              <ac:spMk id="6" creationId="{B491214C-DC69-7F44-8A88-07841732D4FB}"/>
            </ac:spMkLst>
          </pc:spChg>
          <pc:spChg chg="add mod">
            <ac:chgData name="Krasauskaitė Ugnė" userId="dbe9a6d3-80d0-4cdc-b180-3639bbb88ba5" providerId="ADAL" clId="{9CCC38C9-5055-CD49-B363-2FE5606DEA82}" dt="2021-02-02T08:19:05.761" v="824" actId="207"/>
            <ac:spMkLst>
              <pc:docMk/>
              <pc:sldMasterMk cId="1568673086" sldId="2147483707"/>
              <pc:sldLayoutMk cId="152577745" sldId="2147483711"/>
              <ac:spMk id="7" creationId="{95245F59-08C9-D44E-AAB0-68B4A977944C}"/>
            </ac:spMkLst>
          </pc:spChg>
          <pc:graphicFrameChg chg="add mod">
            <ac:chgData name="Krasauskaitė Ugnė" userId="dbe9a6d3-80d0-4cdc-b180-3639bbb88ba5" providerId="ADAL" clId="{9CCC38C9-5055-CD49-B363-2FE5606DEA82}" dt="2021-02-02T08:30:08.128" v="843"/>
            <ac:graphicFrameMkLst>
              <pc:docMk/>
              <pc:sldMasterMk cId="1568673086" sldId="2147483707"/>
              <pc:sldLayoutMk cId="152577745" sldId="2147483711"/>
              <ac:graphicFrameMk id="4" creationId="{40D29DF7-224A-0946-B65F-B6854B3ABD98}"/>
            </ac:graphicFrameMkLst>
          </pc:graphicFrameChg>
          <pc:graphicFrameChg chg="del mod modGraphic">
            <ac:chgData name="Krasauskaitė Ugnė" userId="dbe9a6d3-80d0-4cdc-b180-3639bbb88ba5" providerId="ADAL" clId="{9CCC38C9-5055-CD49-B363-2FE5606DEA82}" dt="2021-02-02T08:30:07.084" v="842" actId="478"/>
            <ac:graphicFrameMkLst>
              <pc:docMk/>
              <pc:sldMasterMk cId="1568673086" sldId="2147483707"/>
              <pc:sldLayoutMk cId="152577745" sldId="2147483711"/>
              <ac:graphicFrameMk id="5" creationId="{3D4B7795-ED57-BA41-9394-B33607ADC5F5}"/>
            </ac:graphicFrameMkLst>
          </pc:graphicFrameChg>
        </pc:sldLayoutChg>
      </pc:sldMasterChg>
      <pc:sldMasterChg chg="modSldLayout">
        <pc:chgData name="Krasauskaitė Ugnė" userId="dbe9a6d3-80d0-4cdc-b180-3639bbb88ba5" providerId="ADAL" clId="{9CCC38C9-5055-CD49-B363-2FE5606DEA82}" dt="2021-02-02T09:26:24.251" v="992" actId="207"/>
        <pc:sldMasterMkLst>
          <pc:docMk/>
          <pc:sldMasterMk cId="3226558009" sldId="2147483740"/>
        </pc:sldMasterMkLst>
        <pc:sldLayoutChg chg="addSp delSp modSp mod">
          <pc:chgData name="Krasauskaitė Ugnė" userId="dbe9a6d3-80d0-4cdc-b180-3639bbb88ba5" providerId="ADAL" clId="{9CCC38C9-5055-CD49-B363-2FE5606DEA82}" dt="2021-02-02T09:26:07.058" v="984"/>
          <pc:sldLayoutMkLst>
            <pc:docMk/>
            <pc:sldMasterMk cId="3226558009" sldId="2147483740"/>
            <pc:sldLayoutMk cId="3116550192" sldId="2147483727"/>
          </pc:sldLayoutMkLst>
          <pc:spChg chg="del">
            <ac:chgData name="Krasauskaitė Ugnė" userId="dbe9a6d3-80d0-4cdc-b180-3639bbb88ba5" providerId="ADAL" clId="{9CCC38C9-5055-CD49-B363-2FE5606DEA82}" dt="2021-02-02T09:26:06.562" v="983" actId="478"/>
            <ac:spMkLst>
              <pc:docMk/>
              <pc:sldMasterMk cId="3226558009" sldId="2147483740"/>
              <pc:sldLayoutMk cId="3116550192" sldId="2147483727"/>
              <ac:spMk id="8" creationId="{4B331744-C198-9B45-85BF-0BDB03F95D70}"/>
            </ac:spMkLst>
          </pc:spChg>
          <pc:spChg chg="add mod">
            <ac:chgData name="Krasauskaitė Ugnė" userId="dbe9a6d3-80d0-4cdc-b180-3639bbb88ba5" providerId="ADAL" clId="{9CCC38C9-5055-CD49-B363-2FE5606DEA82}" dt="2021-02-02T09:26:07.058" v="984"/>
            <ac:spMkLst>
              <pc:docMk/>
              <pc:sldMasterMk cId="3226558009" sldId="2147483740"/>
              <pc:sldLayoutMk cId="3116550192" sldId="2147483727"/>
              <ac:spMk id="9" creationId="{B18BB3B5-113D-8548-9F2F-322C167FD2BE}"/>
            </ac:spMkLst>
          </pc:spChg>
        </pc:sldLayoutChg>
        <pc:sldLayoutChg chg="addSp delSp modSp mod">
          <pc:chgData name="Krasauskaitė Ugnė" userId="dbe9a6d3-80d0-4cdc-b180-3639bbb88ba5" providerId="ADAL" clId="{9CCC38C9-5055-CD49-B363-2FE5606DEA82}" dt="2021-02-02T09:26:12.800" v="987" actId="207"/>
          <pc:sldLayoutMkLst>
            <pc:docMk/>
            <pc:sldMasterMk cId="3226558009" sldId="2147483740"/>
            <pc:sldLayoutMk cId="2001385822" sldId="2147483728"/>
          </pc:sldLayoutMkLst>
          <pc:spChg chg="add mod">
            <ac:chgData name="Krasauskaitė Ugnė" userId="dbe9a6d3-80d0-4cdc-b180-3639bbb88ba5" providerId="ADAL" clId="{9CCC38C9-5055-CD49-B363-2FE5606DEA82}" dt="2021-02-02T09:26:12.800" v="987" actId="207"/>
            <ac:spMkLst>
              <pc:docMk/>
              <pc:sldMasterMk cId="3226558009" sldId="2147483740"/>
              <pc:sldLayoutMk cId="2001385822" sldId="2147483728"/>
              <ac:spMk id="8" creationId="{786F870C-64A2-4745-A31D-1B11AEC206B2}"/>
            </ac:spMkLst>
          </pc:spChg>
          <pc:spChg chg="del">
            <ac:chgData name="Krasauskaitė Ugnė" userId="dbe9a6d3-80d0-4cdc-b180-3639bbb88ba5" providerId="ADAL" clId="{9CCC38C9-5055-CD49-B363-2FE5606DEA82}" dt="2021-02-02T09:26:10.947" v="985" actId="478"/>
            <ac:spMkLst>
              <pc:docMk/>
              <pc:sldMasterMk cId="3226558009" sldId="2147483740"/>
              <pc:sldLayoutMk cId="2001385822" sldId="2147483728"/>
              <ac:spMk id="9" creationId="{5C3FF9AB-7E5F-234A-995C-67E3E6EB9445}"/>
            </ac:spMkLst>
          </pc:spChg>
        </pc:sldLayoutChg>
        <pc:sldLayoutChg chg="addSp delSp modSp mod">
          <pc:chgData name="Krasauskaitė Ugnė" userId="dbe9a6d3-80d0-4cdc-b180-3639bbb88ba5" providerId="ADAL" clId="{9CCC38C9-5055-CD49-B363-2FE5606DEA82}" dt="2021-02-02T09:26:17.006" v="989"/>
          <pc:sldLayoutMkLst>
            <pc:docMk/>
            <pc:sldMasterMk cId="3226558009" sldId="2147483740"/>
            <pc:sldLayoutMk cId="2456432916" sldId="2147483729"/>
          </pc:sldLayoutMkLst>
          <pc:spChg chg="add mod">
            <ac:chgData name="Krasauskaitė Ugnė" userId="dbe9a6d3-80d0-4cdc-b180-3639bbb88ba5" providerId="ADAL" clId="{9CCC38C9-5055-CD49-B363-2FE5606DEA82}" dt="2021-02-02T09:26:17.006" v="989"/>
            <ac:spMkLst>
              <pc:docMk/>
              <pc:sldMasterMk cId="3226558009" sldId="2147483740"/>
              <pc:sldLayoutMk cId="2456432916" sldId="2147483729"/>
              <ac:spMk id="6" creationId="{3D9565FE-3CF5-C940-8534-EF27E7FE6B39}"/>
            </ac:spMkLst>
          </pc:spChg>
          <pc:spChg chg="del">
            <ac:chgData name="Krasauskaitė Ugnė" userId="dbe9a6d3-80d0-4cdc-b180-3639bbb88ba5" providerId="ADAL" clId="{9CCC38C9-5055-CD49-B363-2FE5606DEA82}" dt="2021-02-02T09:26:16.600" v="988" actId="478"/>
            <ac:spMkLst>
              <pc:docMk/>
              <pc:sldMasterMk cId="3226558009" sldId="2147483740"/>
              <pc:sldLayoutMk cId="2456432916" sldId="2147483729"/>
              <ac:spMk id="18" creationId="{ACFBE8A1-80A2-3049-99A4-110551E71E65}"/>
            </ac:spMkLst>
          </pc:spChg>
        </pc:sldLayoutChg>
        <pc:sldLayoutChg chg="addSp delSp modSp mod">
          <pc:chgData name="Krasauskaitė Ugnė" userId="dbe9a6d3-80d0-4cdc-b180-3639bbb88ba5" providerId="ADAL" clId="{9CCC38C9-5055-CD49-B363-2FE5606DEA82}" dt="2021-02-02T09:26:24.251" v="992" actId="207"/>
          <pc:sldLayoutMkLst>
            <pc:docMk/>
            <pc:sldMasterMk cId="3226558009" sldId="2147483740"/>
            <pc:sldLayoutMk cId="4081787762" sldId="2147483742"/>
          </pc:sldLayoutMkLst>
          <pc:spChg chg="add mod">
            <ac:chgData name="Krasauskaitė Ugnė" userId="dbe9a6d3-80d0-4cdc-b180-3639bbb88ba5" providerId="ADAL" clId="{9CCC38C9-5055-CD49-B363-2FE5606DEA82}" dt="2021-02-02T09:26:24.251" v="992" actId="207"/>
            <ac:spMkLst>
              <pc:docMk/>
              <pc:sldMasterMk cId="3226558009" sldId="2147483740"/>
              <pc:sldLayoutMk cId="4081787762" sldId="2147483742"/>
              <ac:spMk id="6" creationId="{E960C207-DFB8-7C44-BEFE-3C8BB4B229DC}"/>
            </ac:spMkLst>
          </pc:spChg>
          <pc:spChg chg="del">
            <ac:chgData name="Krasauskaitė Ugnė" userId="dbe9a6d3-80d0-4cdc-b180-3639bbb88ba5" providerId="ADAL" clId="{9CCC38C9-5055-CD49-B363-2FE5606DEA82}" dt="2021-02-02T09:26:21.891" v="990" actId="478"/>
            <ac:spMkLst>
              <pc:docMk/>
              <pc:sldMasterMk cId="3226558009" sldId="2147483740"/>
              <pc:sldLayoutMk cId="4081787762" sldId="2147483742"/>
              <ac:spMk id="27" creationId="{61CEBCC4-E80B-604A-814A-EDFAF11839D4}"/>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62" b="1" i="0" u="none" strike="noStrike" kern="1200" spc="0" baseline="0">
                <a:solidFill>
                  <a:schemeClr val="bg1"/>
                </a:solidFill>
                <a:latin typeface="Arial" panose="020B0604020202020204" pitchFamily="34" charset="0"/>
                <a:ea typeface="Inter" panose="020B0502030000000004" pitchFamily="34" charset="0"/>
                <a:cs typeface="Arial" panose="020B0604020202020204" pitchFamily="34" charset="0"/>
              </a:defRPr>
            </a:pPr>
            <a:r>
              <a:rPr lang="en-US" sz="1500" b="1" i="0" dirty="0">
                <a:solidFill>
                  <a:schemeClr val="bg1"/>
                </a:solidFill>
                <a:latin typeface="Arial" panose="020B0604020202020204" pitchFamily="34" charset="0"/>
                <a:ea typeface="Inter" panose="020B0502030000000004" pitchFamily="34" charset="0"/>
                <a:cs typeface="Arial" panose="020B0604020202020204" pitchFamily="34" charset="0"/>
              </a:rPr>
              <a:t>CHART TITLE</a:t>
            </a:r>
          </a:p>
        </c:rich>
      </c:tx>
      <c:layout>
        <c:manualLayout>
          <c:xMode val="edge"/>
          <c:yMode val="edge"/>
          <c:x val="0.41255916700145789"/>
          <c:y val="0"/>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bg1"/>
              </a:solidFill>
              <a:latin typeface="Arial" panose="020B0604020202020204" pitchFamily="34" charset="0"/>
              <a:ea typeface="Inter" panose="020B0502030000000004" pitchFamily="34" charset="0"/>
              <a:cs typeface="Arial" panose="020B0604020202020204" pitchFamily="34" charset="0"/>
            </a:defRPr>
          </a:pPr>
          <a:endParaRPr lang="lt-LT"/>
        </a:p>
      </c:txPr>
    </c:title>
    <c:autoTitleDeleted val="0"/>
    <c:plotArea>
      <c:layout/>
      <c:barChart>
        <c:barDir val="col"/>
        <c:grouping val="clustered"/>
        <c:varyColors val="0"/>
        <c:ser>
          <c:idx val="0"/>
          <c:order val="0"/>
          <c:tx>
            <c:strRef>
              <c:f>Sheet1!$B$1</c:f>
              <c:strCache>
                <c:ptCount val="1"/>
                <c:pt idx="0">
                  <c:v>Series 1</c:v>
                </c:pt>
              </c:strCache>
            </c:strRef>
          </c:tx>
          <c:spPr>
            <a:solidFill>
              <a:srgbClr val="F9F9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rial" panose="020B0604020202020204" pitchFamily="34" charset="0"/>
                    <a:ea typeface="Inter Medium" panose="020B0502030000000004" pitchFamily="34" charset="0"/>
                    <a:cs typeface="Arial" panose="020B0604020202020204" pitchFamily="34" charset="0"/>
                  </a:defRPr>
                </a:pPr>
                <a:endParaRPr lang="lt-L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886-7743-A8E3-CB06C727B347}"/>
            </c:ext>
          </c:extLst>
        </c:ser>
        <c:ser>
          <c:idx val="1"/>
          <c:order val="1"/>
          <c:tx>
            <c:strRef>
              <c:f>Sheet1!$C$1</c:f>
              <c:strCache>
                <c:ptCount val="1"/>
                <c:pt idx="0">
                  <c:v>Series 2</c:v>
                </c:pt>
              </c:strCache>
            </c:strRef>
          </c:tx>
          <c:spPr>
            <a:solidFill>
              <a:schemeClr val="tx1">
                <a:lumMod val="65000"/>
                <a:lumOff val="3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rial" panose="020B0604020202020204" pitchFamily="34" charset="0"/>
                    <a:ea typeface="Inter Medium" panose="020B0502030000000004" pitchFamily="34" charset="0"/>
                    <a:cs typeface="Arial" panose="020B0604020202020204" pitchFamily="34" charset="0"/>
                  </a:defRPr>
                </a:pPr>
                <a:endParaRPr lang="lt-L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886-7743-A8E3-CB06C727B347}"/>
            </c:ext>
          </c:extLst>
        </c:ser>
        <c:ser>
          <c:idx val="2"/>
          <c:order val="2"/>
          <c:tx>
            <c:strRef>
              <c:f>Sheet1!$D$1</c:f>
              <c:strCache>
                <c:ptCount val="1"/>
                <c:pt idx="0">
                  <c:v>Series 3</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rial" panose="020B0604020202020204" pitchFamily="34" charset="0"/>
                    <a:ea typeface="Inter Medium" panose="020B0502030000000004" pitchFamily="34" charset="0"/>
                    <a:cs typeface="Arial" panose="020B0604020202020204" pitchFamily="34" charset="0"/>
                  </a:defRPr>
                </a:pPr>
                <a:endParaRPr lang="lt-L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886-7743-A8E3-CB06C727B347}"/>
            </c:ext>
          </c:extLst>
        </c:ser>
        <c:dLbls>
          <c:dLblPos val="outEnd"/>
          <c:showLegendKey val="0"/>
          <c:showVal val="1"/>
          <c:showCatName val="0"/>
          <c:showSerName val="0"/>
          <c:showPercent val="0"/>
          <c:showBubbleSize val="0"/>
        </c:dLbls>
        <c:gapWidth val="219"/>
        <c:overlap val="-27"/>
        <c:axId val="1154763968"/>
        <c:axId val="571192768"/>
      </c:barChart>
      <c:catAx>
        <c:axId val="1154763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Inter Medium" panose="020B0502030000000004" pitchFamily="34" charset="0"/>
                <a:cs typeface="Arial" panose="020B0604020202020204" pitchFamily="34" charset="0"/>
              </a:defRPr>
            </a:pPr>
            <a:endParaRPr lang="lt-LT"/>
          </a:p>
        </c:txPr>
        <c:crossAx val="571192768"/>
        <c:crosses val="autoZero"/>
        <c:auto val="1"/>
        <c:lblAlgn val="ctr"/>
        <c:lblOffset val="100"/>
        <c:noMultiLvlLbl val="0"/>
      </c:catAx>
      <c:valAx>
        <c:axId val="571192768"/>
        <c:scaling>
          <c:orientation val="minMax"/>
        </c:scaling>
        <c:delete val="0"/>
        <c:axPos val="l"/>
        <c:majorGridlines>
          <c:spPr>
            <a:ln w="12700" cap="flat" cmpd="sng" algn="ctr">
              <a:solidFill>
                <a:srgbClr val="E6E6E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Inter Medium" panose="020B0502030000000004" pitchFamily="34" charset="0"/>
                <a:cs typeface="Arial" panose="020B0604020202020204" pitchFamily="34" charset="0"/>
              </a:defRPr>
            </a:pPr>
            <a:endParaRPr lang="lt-LT"/>
          </a:p>
        </c:txPr>
        <c:crossAx val="1154763968"/>
        <c:crosses val="autoZero"/>
        <c:crossBetween val="between"/>
      </c:valAx>
      <c:spPr>
        <a:noFill/>
        <a:ln>
          <a:noFill/>
        </a:ln>
        <a:effectLst/>
      </c:spPr>
    </c:plotArea>
    <c:legend>
      <c:legendPos val="b"/>
      <c:layout>
        <c:manualLayout>
          <c:xMode val="edge"/>
          <c:yMode val="edge"/>
          <c:x val="0.29552552523746062"/>
          <c:y val="0.93412845896881036"/>
          <c:w val="0.40894878693928838"/>
          <c:h val="6.5871541031189584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Inter Medium" panose="020B0502030000000004" pitchFamily="34" charset="0"/>
              <a:cs typeface="Arial" panose="020B0604020202020204" pitchFamily="34" charset="0"/>
            </a:defRPr>
          </a:pPr>
          <a:endParaRPr lang="lt-L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lt-L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Arial" panose="020B0604020202020204" pitchFamily="34" charset="0"/>
                <a:ea typeface="Inter" panose="020B0502030000000004" pitchFamily="34" charset="0"/>
                <a:cs typeface="Arial" panose="020B0604020202020204" pitchFamily="34" charset="0"/>
              </a:defRPr>
            </a:pPr>
            <a:r>
              <a:rPr lang="en-US" sz="1500" b="1" i="0" dirty="0">
                <a:solidFill>
                  <a:schemeClr val="bg1"/>
                </a:solidFill>
                <a:latin typeface="Arial" panose="020B0604020202020204" pitchFamily="34" charset="0"/>
                <a:ea typeface="Inter" panose="020B0502030000000004" pitchFamily="34" charset="0"/>
                <a:cs typeface="Arial" panose="020B0604020202020204" pitchFamily="34" charset="0"/>
              </a:rPr>
              <a:t>SALES</a:t>
            </a:r>
          </a:p>
        </c:rich>
      </c:tx>
      <c:layout>
        <c:manualLayout>
          <c:xMode val="edge"/>
          <c:yMode val="edge"/>
          <c:x val="0.40315792258724104"/>
          <c:y val="0"/>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Arial" panose="020B0604020202020204" pitchFamily="34" charset="0"/>
              <a:ea typeface="Inter" panose="020B0502030000000004" pitchFamily="34" charset="0"/>
              <a:cs typeface="Arial" panose="020B0604020202020204" pitchFamily="34" charset="0"/>
            </a:defRPr>
          </a:pPr>
          <a:endParaRPr lang="lt-LT"/>
        </a:p>
      </c:txPr>
    </c:title>
    <c:autoTitleDeleted val="0"/>
    <c:plotArea>
      <c:layout/>
      <c:doughnutChart>
        <c:varyColors val="1"/>
        <c:ser>
          <c:idx val="0"/>
          <c:order val="0"/>
          <c:tx>
            <c:strRef>
              <c:f>Sheet1!$B$1</c:f>
              <c:strCache>
                <c:ptCount val="1"/>
                <c:pt idx="0">
                  <c:v>Sales</c:v>
                </c:pt>
              </c:strCache>
            </c:strRef>
          </c:tx>
          <c:spPr>
            <a:ln w="25400">
              <a:solidFill>
                <a:schemeClr val="bg1"/>
              </a:solidFill>
            </a:ln>
          </c:spPr>
          <c:dPt>
            <c:idx val="0"/>
            <c:bubble3D val="0"/>
            <c:spPr>
              <a:solidFill>
                <a:srgbClr val="FFFF00"/>
              </a:solidFill>
              <a:ln w="25400">
                <a:solidFill>
                  <a:schemeClr val="bg1"/>
                </a:solidFill>
              </a:ln>
              <a:effectLst/>
            </c:spPr>
            <c:extLst>
              <c:ext xmlns:c16="http://schemas.microsoft.com/office/drawing/2014/chart" uri="{C3380CC4-5D6E-409C-BE32-E72D297353CC}">
                <c16:uniqueId val="{00000001-1AE5-BC47-8800-5A9F6026E152}"/>
              </c:ext>
            </c:extLst>
          </c:dPt>
          <c:dPt>
            <c:idx val="1"/>
            <c:bubble3D val="0"/>
            <c:spPr>
              <a:solidFill>
                <a:schemeClr val="bg1">
                  <a:lumMod val="75000"/>
                </a:schemeClr>
              </a:solidFill>
              <a:ln w="25400">
                <a:solidFill>
                  <a:schemeClr val="bg1"/>
                </a:solidFill>
              </a:ln>
              <a:effectLst/>
            </c:spPr>
            <c:extLst>
              <c:ext xmlns:c16="http://schemas.microsoft.com/office/drawing/2014/chart" uri="{C3380CC4-5D6E-409C-BE32-E72D297353CC}">
                <c16:uniqueId val="{00000003-1AE5-BC47-8800-5A9F6026E152}"/>
              </c:ext>
            </c:extLst>
          </c:dPt>
          <c:dPt>
            <c:idx val="2"/>
            <c:bubble3D val="0"/>
            <c:spPr>
              <a:solidFill>
                <a:schemeClr val="tx1">
                  <a:lumMod val="50000"/>
                  <a:lumOff val="50000"/>
                </a:schemeClr>
              </a:solidFill>
              <a:ln w="25400">
                <a:solidFill>
                  <a:schemeClr val="bg1"/>
                </a:solidFill>
              </a:ln>
              <a:effectLst/>
            </c:spPr>
            <c:extLst>
              <c:ext xmlns:c16="http://schemas.microsoft.com/office/drawing/2014/chart" uri="{C3380CC4-5D6E-409C-BE32-E72D297353CC}">
                <c16:uniqueId val="{00000005-1AE5-BC47-8800-5A9F6026E152}"/>
              </c:ext>
            </c:extLst>
          </c:dPt>
          <c:dPt>
            <c:idx val="3"/>
            <c:bubble3D val="0"/>
            <c:spPr>
              <a:solidFill>
                <a:schemeClr val="bg2"/>
              </a:solidFill>
              <a:ln w="25400">
                <a:solidFill>
                  <a:schemeClr val="bg1"/>
                </a:solidFill>
              </a:ln>
              <a:effectLst/>
            </c:spPr>
            <c:extLst>
              <c:ext xmlns:c16="http://schemas.microsoft.com/office/drawing/2014/chart" uri="{C3380CC4-5D6E-409C-BE32-E72D297353CC}">
                <c16:uniqueId val="{00000007-1AE5-BC47-8800-5A9F6026E152}"/>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65</c:v>
                </c:pt>
                <c:pt idx="3">
                  <c:v>1.2</c:v>
                </c:pt>
              </c:numCache>
            </c:numRef>
          </c:val>
          <c:extLst>
            <c:ext xmlns:c16="http://schemas.microsoft.com/office/drawing/2014/chart" uri="{C3380CC4-5D6E-409C-BE32-E72D297353CC}">
              <c16:uniqueId val="{00000008-1AE5-BC47-8800-5A9F6026E152}"/>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9.2155787985527038E-2"/>
          <c:y val="0.92494248187899974"/>
          <c:w val="0.81568842402894592"/>
          <c:h val="7.505751812100025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Inter Medium" panose="020B0502030000000004" pitchFamily="34" charset="0"/>
              <a:cs typeface="Arial" panose="020B0604020202020204" pitchFamily="34" charset="0"/>
            </a:defRPr>
          </a:pPr>
          <a:endParaRPr lang="lt-L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lt-LT"/>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Arial" panose="020B0604020202020204" pitchFamily="34" charset="0"/>
                <a:ea typeface="Inter" panose="020B0502030000000004" pitchFamily="34" charset="0"/>
                <a:cs typeface="Arial" panose="020B0604020202020204" pitchFamily="34" charset="0"/>
              </a:defRPr>
            </a:pPr>
            <a:r>
              <a:rPr lang="en-US" sz="1500" b="1" i="0" dirty="0">
                <a:solidFill>
                  <a:schemeClr val="tx1"/>
                </a:solidFill>
                <a:latin typeface="Arial" panose="020B0604020202020204" pitchFamily="34" charset="0"/>
                <a:ea typeface="Inter" panose="020B0502030000000004" pitchFamily="34" charset="0"/>
                <a:cs typeface="Arial" panose="020B0604020202020204" pitchFamily="34" charset="0"/>
              </a:rPr>
              <a:t>CHART TITLE</a:t>
            </a:r>
          </a:p>
        </c:rich>
      </c:tx>
      <c:layout>
        <c:manualLayout>
          <c:xMode val="edge"/>
          <c:yMode val="edge"/>
          <c:x val="0.41255916700145789"/>
          <c:y val="0"/>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Arial" panose="020B0604020202020204" pitchFamily="34" charset="0"/>
              <a:ea typeface="Inter" panose="020B0502030000000004" pitchFamily="34" charset="0"/>
              <a:cs typeface="Arial" panose="020B0604020202020204" pitchFamily="34" charset="0"/>
            </a:defRPr>
          </a:pPr>
          <a:endParaRPr lang="lt-LT"/>
        </a:p>
      </c:txPr>
    </c:title>
    <c:autoTitleDeleted val="0"/>
    <c:plotArea>
      <c:layout/>
      <c:barChart>
        <c:barDir val="col"/>
        <c:grouping val="clustered"/>
        <c:varyColors val="0"/>
        <c:ser>
          <c:idx val="0"/>
          <c:order val="0"/>
          <c:tx>
            <c:strRef>
              <c:f>Sheet1!$B$1</c:f>
              <c:strCache>
                <c:ptCount val="1"/>
                <c:pt idx="0">
                  <c:v>Series 1</c:v>
                </c:pt>
              </c:strCache>
            </c:strRef>
          </c:tx>
          <c:spPr>
            <a:solidFill>
              <a:srgbClr val="F9F9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Arial" panose="020B0604020202020204" pitchFamily="34" charset="0"/>
                    <a:ea typeface="Inter Medium" panose="020B0502030000000004" pitchFamily="34" charset="0"/>
                    <a:cs typeface="Arial" panose="020B0604020202020204" pitchFamily="34" charset="0"/>
                  </a:defRPr>
                </a:pPr>
                <a:endParaRPr lang="lt-L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C4B-6C47-972A-B110C8D37BEF}"/>
            </c:ext>
          </c:extLst>
        </c:ser>
        <c:ser>
          <c:idx val="1"/>
          <c:order val="1"/>
          <c:tx>
            <c:strRef>
              <c:f>Sheet1!$C$1</c:f>
              <c:strCache>
                <c:ptCount val="1"/>
                <c:pt idx="0">
                  <c:v>Series 2</c:v>
                </c:pt>
              </c:strCache>
            </c:strRef>
          </c:tx>
          <c:spPr>
            <a:solidFill>
              <a:schemeClr val="tx1">
                <a:lumMod val="65000"/>
                <a:lumOff val="3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Arial" panose="020B0604020202020204" pitchFamily="34" charset="0"/>
                    <a:ea typeface="Inter Medium" panose="020B0502030000000004" pitchFamily="34" charset="0"/>
                    <a:cs typeface="Arial" panose="020B0604020202020204" pitchFamily="34" charset="0"/>
                  </a:defRPr>
                </a:pPr>
                <a:endParaRPr lang="lt-L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C4B-6C47-972A-B110C8D37BEF}"/>
            </c:ext>
          </c:extLst>
        </c:ser>
        <c:ser>
          <c:idx val="2"/>
          <c:order val="2"/>
          <c:tx>
            <c:strRef>
              <c:f>Sheet1!$D$1</c:f>
              <c:strCache>
                <c:ptCount val="1"/>
                <c:pt idx="0">
                  <c:v>Series 3</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Arial" panose="020B0604020202020204" pitchFamily="34" charset="0"/>
                    <a:ea typeface="Inter Medium" panose="020B0502030000000004" pitchFamily="34" charset="0"/>
                    <a:cs typeface="Arial" panose="020B0604020202020204" pitchFamily="34" charset="0"/>
                  </a:defRPr>
                </a:pPr>
                <a:endParaRPr lang="lt-L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C4B-6C47-972A-B110C8D37BEF}"/>
            </c:ext>
          </c:extLst>
        </c:ser>
        <c:dLbls>
          <c:dLblPos val="outEnd"/>
          <c:showLegendKey val="0"/>
          <c:showVal val="1"/>
          <c:showCatName val="0"/>
          <c:showSerName val="0"/>
          <c:showPercent val="0"/>
          <c:showBubbleSize val="0"/>
        </c:dLbls>
        <c:gapWidth val="219"/>
        <c:overlap val="-27"/>
        <c:axId val="1154763968"/>
        <c:axId val="571192768"/>
      </c:barChart>
      <c:catAx>
        <c:axId val="1154763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Inter Medium" panose="020B0502030000000004" pitchFamily="34" charset="0"/>
                <a:cs typeface="Arial" panose="020B0604020202020204" pitchFamily="34" charset="0"/>
              </a:defRPr>
            </a:pPr>
            <a:endParaRPr lang="lt-LT"/>
          </a:p>
        </c:txPr>
        <c:crossAx val="571192768"/>
        <c:crosses val="autoZero"/>
        <c:auto val="1"/>
        <c:lblAlgn val="ctr"/>
        <c:lblOffset val="100"/>
        <c:noMultiLvlLbl val="0"/>
      </c:catAx>
      <c:valAx>
        <c:axId val="571192768"/>
        <c:scaling>
          <c:orientation val="minMax"/>
        </c:scaling>
        <c:delete val="0"/>
        <c:axPos val="l"/>
        <c:majorGridlines>
          <c:spPr>
            <a:ln w="15875" cap="flat" cmpd="sng" algn="ctr">
              <a:solidFill>
                <a:srgbClr val="E6E6E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Inter Medium" panose="020B0502030000000004" pitchFamily="34" charset="0"/>
                <a:cs typeface="Arial" panose="020B0604020202020204" pitchFamily="34" charset="0"/>
              </a:defRPr>
            </a:pPr>
            <a:endParaRPr lang="lt-LT"/>
          </a:p>
        </c:txPr>
        <c:crossAx val="1154763968"/>
        <c:crosses val="autoZero"/>
        <c:crossBetween val="between"/>
      </c:valAx>
      <c:spPr>
        <a:noFill/>
        <a:ln>
          <a:noFill/>
        </a:ln>
        <a:effectLst/>
      </c:spPr>
    </c:plotArea>
    <c:legend>
      <c:legendPos val="b"/>
      <c:layout>
        <c:manualLayout>
          <c:xMode val="edge"/>
          <c:yMode val="edge"/>
          <c:x val="0.29552552523746062"/>
          <c:y val="0.93412845896881036"/>
          <c:w val="0.40894878693928838"/>
          <c:h val="6.5871541031189584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Inter Medium" panose="020B0502030000000004" pitchFamily="34" charset="0"/>
              <a:cs typeface="Arial" panose="020B0604020202020204" pitchFamily="34" charset="0"/>
            </a:defRPr>
          </a:pPr>
          <a:endParaRPr lang="lt-L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lt-LT"/>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Arial" panose="020B0604020202020204" pitchFamily="34" charset="0"/>
                <a:ea typeface="Inter" panose="020B0502030000000004" pitchFamily="34" charset="0"/>
                <a:cs typeface="Arial" panose="020B0604020202020204" pitchFamily="34" charset="0"/>
              </a:defRPr>
            </a:pPr>
            <a:r>
              <a:rPr lang="en-US" sz="1500" b="1" i="0" dirty="0">
                <a:solidFill>
                  <a:schemeClr val="tx1"/>
                </a:solidFill>
                <a:latin typeface="Arial" panose="020B0604020202020204" pitchFamily="34" charset="0"/>
                <a:ea typeface="Inter" panose="020B0502030000000004" pitchFamily="34" charset="0"/>
                <a:cs typeface="Arial" panose="020B0604020202020204" pitchFamily="34" charset="0"/>
              </a:rPr>
              <a:t>SALES</a:t>
            </a:r>
          </a:p>
        </c:rich>
      </c:tx>
      <c:layout>
        <c:manualLayout>
          <c:xMode val="edge"/>
          <c:yMode val="edge"/>
          <c:x val="0.40315792258724104"/>
          <c:y val="0"/>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solidFill>
              <a:latin typeface="Arial" panose="020B0604020202020204" pitchFamily="34" charset="0"/>
              <a:ea typeface="Inter" panose="020B0502030000000004" pitchFamily="34" charset="0"/>
              <a:cs typeface="Arial" panose="020B0604020202020204" pitchFamily="34" charset="0"/>
            </a:defRPr>
          </a:pPr>
          <a:endParaRPr lang="lt-LT"/>
        </a:p>
      </c:txPr>
    </c:title>
    <c:autoTitleDeleted val="0"/>
    <c:plotArea>
      <c:layout/>
      <c:doughnutChart>
        <c:varyColors val="1"/>
        <c:ser>
          <c:idx val="0"/>
          <c:order val="0"/>
          <c:tx>
            <c:strRef>
              <c:f>Sheet1!$B$1</c:f>
              <c:strCache>
                <c:ptCount val="1"/>
                <c:pt idx="0">
                  <c:v>Sales</c:v>
                </c:pt>
              </c:strCache>
            </c:strRef>
          </c:tx>
          <c:spPr>
            <a:ln w="25400">
              <a:solidFill>
                <a:schemeClr val="bg1"/>
              </a:solidFill>
            </a:ln>
          </c:spPr>
          <c:dPt>
            <c:idx val="0"/>
            <c:bubble3D val="0"/>
            <c:spPr>
              <a:solidFill>
                <a:srgbClr val="FFFF00"/>
              </a:solidFill>
              <a:ln w="25400">
                <a:solidFill>
                  <a:schemeClr val="bg1"/>
                </a:solidFill>
              </a:ln>
              <a:effectLst/>
            </c:spPr>
            <c:extLst>
              <c:ext xmlns:c16="http://schemas.microsoft.com/office/drawing/2014/chart" uri="{C3380CC4-5D6E-409C-BE32-E72D297353CC}">
                <c16:uniqueId val="{00000001-498E-CD47-A703-74F3E808FEB0}"/>
              </c:ext>
            </c:extLst>
          </c:dPt>
          <c:dPt>
            <c:idx val="1"/>
            <c:bubble3D val="0"/>
            <c:spPr>
              <a:solidFill>
                <a:schemeClr val="bg1">
                  <a:lumMod val="75000"/>
                </a:schemeClr>
              </a:solidFill>
              <a:ln w="25400">
                <a:solidFill>
                  <a:schemeClr val="bg1"/>
                </a:solidFill>
              </a:ln>
              <a:effectLst/>
            </c:spPr>
            <c:extLst>
              <c:ext xmlns:c16="http://schemas.microsoft.com/office/drawing/2014/chart" uri="{C3380CC4-5D6E-409C-BE32-E72D297353CC}">
                <c16:uniqueId val="{00000003-498E-CD47-A703-74F3E808FEB0}"/>
              </c:ext>
            </c:extLst>
          </c:dPt>
          <c:dPt>
            <c:idx val="2"/>
            <c:bubble3D val="0"/>
            <c:spPr>
              <a:solidFill>
                <a:schemeClr val="tx1">
                  <a:lumMod val="50000"/>
                  <a:lumOff val="50000"/>
                </a:schemeClr>
              </a:solidFill>
              <a:ln w="25400">
                <a:solidFill>
                  <a:schemeClr val="bg1"/>
                </a:solidFill>
              </a:ln>
              <a:effectLst/>
            </c:spPr>
            <c:extLst>
              <c:ext xmlns:c16="http://schemas.microsoft.com/office/drawing/2014/chart" uri="{C3380CC4-5D6E-409C-BE32-E72D297353CC}">
                <c16:uniqueId val="{00000005-498E-CD47-A703-74F3E808FEB0}"/>
              </c:ext>
            </c:extLst>
          </c:dPt>
          <c:dPt>
            <c:idx val="3"/>
            <c:bubble3D val="0"/>
            <c:spPr>
              <a:solidFill>
                <a:schemeClr val="bg2"/>
              </a:solidFill>
              <a:ln w="25400">
                <a:solidFill>
                  <a:schemeClr val="bg1"/>
                </a:solidFill>
              </a:ln>
              <a:effectLst/>
            </c:spPr>
            <c:extLst>
              <c:ext xmlns:c16="http://schemas.microsoft.com/office/drawing/2014/chart" uri="{C3380CC4-5D6E-409C-BE32-E72D297353CC}">
                <c16:uniqueId val="{00000007-498E-CD47-A703-74F3E808FEB0}"/>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65</c:v>
                </c:pt>
                <c:pt idx="3">
                  <c:v>1.2</c:v>
                </c:pt>
              </c:numCache>
            </c:numRef>
          </c:val>
          <c:extLst>
            <c:ext xmlns:c16="http://schemas.microsoft.com/office/drawing/2014/chart" uri="{C3380CC4-5D6E-409C-BE32-E72D297353CC}">
              <c16:uniqueId val="{00000008-498E-CD47-A703-74F3E808FEB0}"/>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9.2155787985527038E-2"/>
          <c:y val="0.92494248187899974"/>
          <c:w val="0.81568842402894592"/>
          <c:h val="7.505751812100025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Arial" panose="020B0604020202020204" pitchFamily="34" charset="0"/>
              <a:ea typeface="Inter Medium" panose="020B0502030000000004" pitchFamily="34" charset="0"/>
              <a:cs typeface="Arial" panose="020B0604020202020204" pitchFamily="34" charset="0"/>
            </a:defRPr>
          </a:pPr>
          <a:endParaRPr lang="lt-L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lt-LT"/>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8C3969-9E63-A345-BB21-C4F80F17B8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72AFF04-979D-ED46-A90F-3C0B9D5964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F77756-703A-4C45-96D0-2261A4FADC57}" type="datetimeFigureOut">
              <a:rPr lang="en-US" smtClean="0"/>
              <a:t>6/2/2026</a:t>
            </a:fld>
            <a:endParaRPr lang="en-US"/>
          </a:p>
        </p:txBody>
      </p:sp>
      <p:sp>
        <p:nvSpPr>
          <p:cNvPr id="4" name="Footer Placeholder 3">
            <a:extLst>
              <a:ext uri="{FF2B5EF4-FFF2-40B4-BE49-F238E27FC236}">
                <a16:creationId xmlns:a16="http://schemas.microsoft.com/office/drawing/2014/main" id="{788A9E3F-2800-654D-A508-43B1B8C345F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2DB950-E412-6D41-986A-A4F7198885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6BAD6D8-DF40-6D42-973A-CD331A9D1051}" type="slidenum">
              <a:rPr lang="en-US" smtClean="0"/>
              <a:t>‹#›</a:t>
            </a:fld>
            <a:endParaRPr lang="en-US"/>
          </a:p>
        </p:txBody>
      </p:sp>
    </p:spTree>
    <p:extLst>
      <p:ext uri="{BB962C8B-B14F-4D97-AF65-F5344CB8AC3E}">
        <p14:creationId xmlns:p14="http://schemas.microsoft.com/office/powerpoint/2010/main" val="24273097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4A7845-6E42-A54B-BDCA-C3518250E7BF}"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41982-9C9C-C141-8575-EDABC0346C38}" type="slidenum">
              <a:rPr lang="en-US" smtClean="0"/>
              <a:t>‹#›</a:t>
            </a:fld>
            <a:endParaRPr lang="en-US"/>
          </a:p>
        </p:txBody>
      </p:sp>
    </p:spTree>
    <p:extLst>
      <p:ext uri="{BB962C8B-B14F-4D97-AF65-F5344CB8AC3E}">
        <p14:creationId xmlns:p14="http://schemas.microsoft.com/office/powerpoint/2010/main" val="1480240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media/image13.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ulinė">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sp>
        <p:nvSpPr>
          <p:cNvPr id="14" name="Text Placeholder 4">
            <a:extLst>
              <a:ext uri="{FF2B5EF4-FFF2-40B4-BE49-F238E27FC236}">
                <a16:creationId xmlns:a16="http://schemas.microsoft.com/office/drawing/2014/main" id="{462B305F-E454-6A49-BE5A-20AC4E248E21}"/>
              </a:ext>
            </a:extLst>
          </p:cNvPr>
          <p:cNvSpPr>
            <a:spLocks noGrp="1"/>
          </p:cNvSpPr>
          <p:nvPr>
            <p:ph type="body" sz="quarter" idx="10" hasCustomPrompt="1"/>
          </p:nvPr>
        </p:nvSpPr>
        <p:spPr>
          <a:xfrm>
            <a:off x="632355" y="5837238"/>
            <a:ext cx="8854531" cy="400050"/>
          </a:xfrm>
          <a:prstGeom prst="rect">
            <a:avLst/>
          </a:prstGeom>
        </p:spPr>
        <p:txBody>
          <a:bodyPr anchor="b"/>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dirty="0" err="1"/>
              <a:t>Subantraštė</a:t>
            </a:r>
            <a:endParaRPr lang="en-US" dirty="0"/>
          </a:p>
        </p:txBody>
      </p:sp>
      <p:sp>
        <p:nvSpPr>
          <p:cNvPr id="15" name="Text Placeholder 7">
            <a:extLst>
              <a:ext uri="{FF2B5EF4-FFF2-40B4-BE49-F238E27FC236}">
                <a16:creationId xmlns:a16="http://schemas.microsoft.com/office/drawing/2014/main" id="{AD15DE3A-FC37-F54E-907A-A159B33E946B}"/>
              </a:ext>
            </a:extLst>
          </p:cNvPr>
          <p:cNvSpPr>
            <a:spLocks noGrp="1"/>
          </p:cNvSpPr>
          <p:nvPr>
            <p:ph type="body" sz="quarter" idx="11" hasCustomPrompt="1"/>
          </p:nvPr>
        </p:nvSpPr>
        <p:spPr>
          <a:xfrm>
            <a:off x="632355" y="1952625"/>
            <a:ext cx="8854531" cy="3534526"/>
          </a:xfrm>
          <a:prstGeom prst="rect">
            <a:avLst/>
          </a:prstGeom>
        </p:spPr>
        <p:txBody>
          <a:bodyPr anchor="b"/>
          <a:lstStyle>
            <a:lvl1pPr marL="0" indent="0">
              <a:buNone/>
              <a:defRPr sz="5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dirty="0" err="1"/>
              <a:t>Antraštė</a:t>
            </a:r>
            <a:endParaRPr lang="en-US" dirty="0"/>
          </a:p>
        </p:txBody>
      </p:sp>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sp>
        <p:nvSpPr>
          <p:cNvPr id="3" name="Text Placeholder 2">
            <a:extLst>
              <a:ext uri="{FF2B5EF4-FFF2-40B4-BE49-F238E27FC236}">
                <a16:creationId xmlns:a16="http://schemas.microsoft.com/office/drawing/2014/main" id="{B1C7BC27-E701-EC4E-A29B-BA55A67673FA}"/>
              </a:ext>
            </a:extLst>
          </p:cNvPr>
          <p:cNvSpPr>
            <a:spLocks noGrp="1"/>
          </p:cNvSpPr>
          <p:nvPr>
            <p:ph type="body" sz="quarter" idx="12"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pic>
        <p:nvPicPr>
          <p:cNvPr id="4" name="Picture 3">
            <a:extLst>
              <a:ext uri="{FF2B5EF4-FFF2-40B4-BE49-F238E27FC236}">
                <a16:creationId xmlns:a16="http://schemas.microsoft.com/office/drawing/2014/main" id="{5B3236F9-E2AE-0F43-8E57-369CAB5520BE}"/>
              </a:ext>
            </a:extLst>
          </p:cNvPr>
          <p:cNvPicPr>
            <a:picLocks noChangeAspect="1"/>
          </p:cNvPicPr>
          <p:nvPr userDrawn="1"/>
        </p:nvPicPr>
        <p:blipFill rotWithShape="1">
          <a:blip r:embed="rId4"/>
          <a:srcRect t="3" r="14257" b="-238517"/>
          <a:stretch/>
        </p:blipFill>
        <p:spPr>
          <a:xfrm>
            <a:off x="0" y="958421"/>
            <a:ext cx="10453816" cy="128974"/>
          </a:xfrm>
          <a:prstGeom prst="rect">
            <a:avLst/>
          </a:prstGeom>
        </p:spPr>
      </p:pic>
      <p:pic>
        <p:nvPicPr>
          <p:cNvPr id="5" name="Picture 4">
            <a:extLst>
              <a:ext uri="{FF2B5EF4-FFF2-40B4-BE49-F238E27FC236}">
                <a16:creationId xmlns:a16="http://schemas.microsoft.com/office/drawing/2014/main" id="{5280B7D9-02D2-AC4C-8368-6F07A5A2E8F5}"/>
              </a:ext>
            </a:extLst>
          </p:cNvPr>
          <p:cNvPicPr>
            <a:picLocks noChangeAspect="1"/>
          </p:cNvPicPr>
          <p:nvPr userDrawn="1"/>
        </p:nvPicPr>
        <p:blipFill>
          <a:blip r:embed="rId5"/>
          <a:stretch>
            <a:fillRect/>
          </a:stretch>
        </p:blipFill>
        <p:spPr>
          <a:xfrm>
            <a:off x="7293495" y="858795"/>
            <a:ext cx="1104900" cy="254000"/>
          </a:xfrm>
          <a:prstGeom prst="rect">
            <a:avLst/>
          </a:prstGeom>
        </p:spPr>
      </p:pic>
    </p:spTree>
    <p:extLst>
      <p:ext uri="{BB962C8B-B14F-4D97-AF65-F5344CB8AC3E}">
        <p14:creationId xmlns:p14="http://schemas.microsoft.com/office/powerpoint/2010/main" val="1966835292"/>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ulinė">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141744"/>
      </p:ext>
    </p:extLst>
  </p:cSld>
  <p:clrMapOvr>
    <a:overrideClrMapping bg1="dk1" tx1="lt1" bg2="dk2" tx2="lt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ulinė">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9147225"/>
      </p:ext>
    </p:extLst>
  </p:cSld>
  <p:clrMapOvr>
    <a:overrideClrMapping bg1="lt1" tx1="dk1" bg2="lt2" tx2="dk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urinys">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456921" y="424809"/>
            <a:ext cx="862883" cy="983770"/>
          </a:xfrm>
          <a:prstGeom prst="rect">
            <a:avLst/>
          </a:prstGeom>
        </p:spPr>
      </p:pic>
      <p:sp>
        <p:nvSpPr>
          <p:cNvPr id="20" name="Text Placeholder 5">
            <a:extLst>
              <a:ext uri="{FF2B5EF4-FFF2-40B4-BE49-F238E27FC236}">
                <a16:creationId xmlns:a16="http://schemas.microsoft.com/office/drawing/2014/main" id="{46D6B95C-B687-614F-8DA6-5031F96661AD}"/>
              </a:ext>
            </a:extLst>
          </p:cNvPr>
          <p:cNvSpPr>
            <a:spLocks noGrp="1"/>
          </p:cNvSpPr>
          <p:nvPr>
            <p:ph type="body" sz="quarter" idx="10" hasCustomPrompt="1"/>
          </p:nvPr>
        </p:nvSpPr>
        <p:spPr>
          <a:xfrm>
            <a:off x="2613221" y="1960510"/>
            <a:ext cx="6975279" cy="4276777"/>
          </a:xfrm>
          <a:prstGeom prst="rect">
            <a:avLst/>
          </a:prstGeom>
        </p:spPr>
        <p:txBody>
          <a:bodyPr/>
          <a:lstStyle>
            <a:lvl1pPr marL="360000" indent="-360000">
              <a:lnSpc>
                <a:spcPct val="110000"/>
              </a:lnSpc>
              <a:spcBef>
                <a:spcPts val="1200"/>
              </a:spcBef>
              <a:buClr>
                <a:srgbClr val="FFFF00"/>
              </a:buClr>
              <a:buFont typeface="+mj-lt"/>
              <a:buAutoNum type="arabicPeriod"/>
              <a:defRPr sz="2000" b="0" i="0">
                <a:solidFill>
                  <a:schemeClr val="bg1"/>
                </a:solidFill>
                <a:latin typeface="Arial" panose="020B0604020202020204" pitchFamily="34" charset="0"/>
                <a:ea typeface="Inter Medium" panose="020B0502030000000004" pitchFamily="34" charset="0"/>
                <a:cs typeface="Arial" panose="020B0604020202020204" pitchFamily="34" charset="0"/>
              </a:defRPr>
            </a:lvl1pPr>
          </a:lstStyle>
          <a:p>
            <a:pPr lvl="0"/>
            <a:r>
              <a:rPr lang="en-US" dirty="0" err="1"/>
              <a:t>Antraštė</a:t>
            </a:r>
            <a:endParaRPr lang="en-US" dirty="0"/>
          </a:p>
          <a:p>
            <a:pPr lvl="0"/>
            <a:r>
              <a:rPr lang="en-US" dirty="0" err="1"/>
              <a:t>Antraštė</a:t>
            </a:r>
            <a:endParaRPr lang="en-US" dirty="0"/>
          </a:p>
        </p:txBody>
      </p:sp>
      <p:sp>
        <p:nvSpPr>
          <p:cNvPr id="21" name="Text Placeholder 4">
            <a:extLst>
              <a:ext uri="{FF2B5EF4-FFF2-40B4-BE49-F238E27FC236}">
                <a16:creationId xmlns:a16="http://schemas.microsoft.com/office/drawing/2014/main" id="{25D01418-F6D6-EA49-BF7F-FFFFA2FDDCD4}"/>
              </a:ext>
            </a:extLst>
          </p:cNvPr>
          <p:cNvSpPr>
            <a:spLocks noGrp="1"/>
          </p:cNvSpPr>
          <p:nvPr>
            <p:ph type="body" sz="quarter" idx="11" hasCustomPrompt="1"/>
          </p:nvPr>
        </p:nvSpPr>
        <p:spPr>
          <a:xfrm>
            <a:off x="2613221" y="600737"/>
            <a:ext cx="8037512" cy="509636"/>
          </a:xfrm>
          <a:prstGeom prst="rect">
            <a:avLst/>
          </a:prstGeom>
        </p:spPr>
        <p:txBody>
          <a:bodyPr/>
          <a:lstStyle>
            <a:lvl1pPr marL="0" indent="0">
              <a:buNone/>
              <a:defRPr sz="3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Turinys</a:t>
            </a:r>
            <a:endParaRPr lang="en-US" dirty="0"/>
          </a:p>
        </p:txBody>
      </p:sp>
      <p:pic>
        <p:nvPicPr>
          <p:cNvPr id="24" name="Picture 23">
            <a:extLst>
              <a:ext uri="{FF2B5EF4-FFF2-40B4-BE49-F238E27FC236}">
                <a16:creationId xmlns:a16="http://schemas.microsoft.com/office/drawing/2014/main" id="{A768C0BA-DBA4-9E4F-97DF-579214DE10AF}"/>
              </a:ext>
            </a:extLst>
          </p:cNvPr>
          <p:cNvPicPr>
            <a:picLocks noChangeAspect="1"/>
          </p:cNvPicPr>
          <p:nvPr userDrawn="1"/>
        </p:nvPicPr>
        <p:blipFill>
          <a:blip r:embed="rId3"/>
          <a:stretch>
            <a:fillRect/>
          </a:stretch>
        </p:blipFill>
        <p:spPr>
          <a:xfrm>
            <a:off x="1646472" y="0"/>
            <a:ext cx="190500" cy="6858000"/>
          </a:xfrm>
          <a:prstGeom prst="rect">
            <a:avLst/>
          </a:prstGeom>
        </p:spPr>
      </p:pic>
      <p:sp>
        <p:nvSpPr>
          <p:cNvPr id="8" name="Text Placeholder 2">
            <a:extLst>
              <a:ext uri="{FF2B5EF4-FFF2-40B4-BE49-F238E27FC236}">
                <a16:creationId xmlns:a16="http://schemas.microsoft.com/office/drawing/2014/main" id="{BD862C0A-2BED-074B-8AF0-3A7D2789C05D}"/>
              </a:ext>
            </a:extLst>
          </p:cNvPr>
          <p:cNvSpPr>
            <a:spLocks noGrp="1"/>
          </p:cNvSpPr>
          <p:nvPr>
            <p:ph type="body" sz="quarter" idx="12" hasCustomPrompt="1"/>
          </p:nvPr>
        </p:nvSpPr>
        <p:spPr>
          <a:xfrm rot="16200000">
            <a:off x="-1604416" y="3603891"/>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sp>
        <p:nvSpPr>
          <p:cNvPr id="9" name="Slide Number Placeholder 3">
            <a:extLst>
              <a:ext uri="{FF2B5EF4-FFF2-40B4-BE49-F238E27FC236}">
                <a16:creationId xmlns:a16="http://schemas.microsoft.com/office/drawing/2014/main" id="{7AF8862B-96D5-3A40-B92F-BAC6CDE874C0}"/>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3154229607"/>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guide id="19" pos="731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kyrius_Vienas skaičius">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pic>
        <p:nvPicPr>
          <p:cNvPr id="2" name="Picture 1">
            <a:extLst>
              <a:ext uri="{FF2B5EF4-FFF2-40B4-BE49-F238E27FC236}">
                <a16:creationId xmlns:a16="http://schemas.microsoft.com/office/drawing/2014/main" id="{6D892914-F5A9-F642-B52A-C75D04F09286}"/>
              </a:ext>
            </a:extLst>
          </p:cNvPr>
          <p:cNvPicPr>
            <a:picLocks noChangeAspect="1"/>
          </p:cNvPicPr>
          <p:nvPr userDrawn="1"/>
        </p:nvPicPr>
        <p:blipFill>
          <a:blip r:embed="rId4"/>
          <a:stretch>
            <a:fillRect/>
          </a:stretch>
        </p:blipFill>
        <p:spPr>
          <a:xfrm>
            <a:off x="2840052" y="0"/>
            <a:ext cx="38100" cy="6858000"/>
          </a:xfrm>
          <a:prstGeom prst="rect">
            <a:avLst/>
          </a:prstGeom>
        </p:spPr>
      </p:pic>
      <p:pic>
        <p:nvPicPr>
          <p:cNvPr id="9" name="Picture 8">
            <a:extLst>
              <a:ext uri="{FF2B5EF4-FFF2-40B4-BE49-F238E27FC236}">
                <a16:creationId xmlns:a16="http://schemas.microsoft.com/office/drawing/2014/main" id="{DE4D699B-062F-E34A-B8AF-6AF33D54CB2F}"/>
              </a:ext>
            </a:extLst>
          </p:cNvPr>
          <p:cNvPicPr>
            <a:picLocks noChangeAspect="1"/>
          </p:cNvPicPr>
          <p:nvPr userDrawn="1"/>
        </p:nvPicPr>
        <p:blipFill rotWithShape="1">
          <a:blip r:embed="rId4"/>
          <a:srcRect l="-119640" t="58032" r="-170830" b="390"/>
          <a:stretch/>
        </p:blipFill>
        <p:spPr>
          <a:xfrm rot="5400000">
            <a:off x="1351336" y="52466"/>
            <a:ext cx="148773" cy="2851446"/>
          </a:xfrm>
          <a:prstGeom prst="rect">
            <a:avLst/>
          </a:prstGeom>
        </p:spPr>
      </p:pic>
      <p:sp>
        <p:nvSpPr>
          <p:cNvPr id="18" name="Text Placeholder 3">
            <a:extLst>
              <a:ext uri="{FF2B5EF4-FFF2-40B4-BE49-F238E27FC236}">
                <a16:creationId xmlns:a16="http://schemas.microsoft.com/office/drawing/2014/main" id="{224758FE-FB03-7945-8489-CE74EBB5340E}"/>
              </a:ext>
            </a:extLst>
          </p:cNvPr>
          <p:cNvSpPr>
            <a:spLocks noGrp="1"/>
          </p:cNvSpPr>
          <p:nvPr>
            <p:ph type="body" sz="quarter" idx="10" hasCustomPrompt="1"/>
          </p:nvPr>
        </p:nvSpPr>
        <p:spPr>
          <a:xfrm>
            <a:off x="3467098" y="3668711"/>
            <a:ext cx="6222494" cy="2724025"/>
          </a:xfrm>
          <a:prstGeom prst="rect">
            <a:avLst/>
          </a:prstGeom>
        </p:spPr>
        <p:txBody>
          <a:bodyPr anchor="b"/>
          <a:lstStyle>
            <a:lvl1pPr marL="0" indent="0">
              <a:buNone/>
              <a:defRPr sz="37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dirty="0" err="1"/>
              <a:t>Antraštė</a:t>
            </a:r>
            <a:endParaRPr lang="en-US" dirty="0"/>
          </a:p>
        </p:txBody>
      </p:sp>
      <p:pic>
        <p:nvPicPr>
          <p:cNvPr id="19" name="Picture 18">
            <a:extLst>
              <a:ext uri="{FF2B5EF4-FFF2-40B4-BE49-F238E27FC236}">
                <a16:creationId xmlns:a16="http://schemas.microsoft.com/office/drawing/2014/main" id="{E6E61C04-401B-A548-95BE-432EEC7539D9}"/>
              </a:ext>
            </a:extLst>
          </p:cNvPr>
          <p:cNvPicPr>
            <a:picLocks noChangeAspect="1"/>
          </p:cNvPicPr>
          <p:nvPr userDrawn="1"/>
        </p:nvPicPr>
        <p:blipFill>
          <a:blip r:embed="rId5"/>
          <a:stretch>
            <a:fillRect/>
          </a:stretch>
        </p:blipFill>
        <p:spPr>
          <a:xfrm>
            <a:off x="1373481" y="1329925"/>
            <a:ext cx="1104900" cy="254000"/>
          </a:xfrm>
          <a:prstGeom prst="rect">
            <a:avLst/>
          </a:prstGeom>
        </p:spPr>
      </p:pic>
      <p:sp>
        <p:nvSpPr>
          <p:cNvPr id="13" name="Text Placeholder 2">
            <a:extLst>
              <a:ext uri="{FF2B5EF4-FFF2-40B4-BE49-F238E27FC236}">
                <a16:creationId xmlns:a16="http://schemas.microsoft.com/office/drawing/2014/main" id="{C83BDE46-B3FD-934A-954D-8ED9ABBD069B}"/>
              </a:ext>
            </a:extLst>
          </p:cNvPr>
          <p:cNvSpPr>
            <a:spLocks noGrp="1"/>
          </p:cNvSpPr>
          <p:nvPr>
            <p:ph type="body" sz="quarter" idx="14"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sp>
        <p:nvSpPr>
          <p:cNvPr id="12" name="TextBox 11">
            <a:extLst>
              <a:ext uri="{FF2B5EF4-FFF2-40B4-BE49-F238E27FC236}">
                <a16:creationId xmlns:a16="http://schemas.microsoft.com/office/drawing/2014/main" id="{323ABD1B-A1CE-B243-B0AE-AFA3DF058648}"/>
              </a:ext>
            </a:extLst>
          </p:cNvPr>
          <p:cNvSpPr txBox="1"/>
          <p:nvPr userDrawn="1"/>
        </p:nvSpPr>
        <p:spPr>
          <a:xfrm>
            <a:off x="3467098" y="1289465"/>
            <a:ext cx="4604847" cy="323165"/>
          </a:xfrm>
          <a:prstGeom prst="rect">
            <a:avLst/>
          </a:prstGeom>
          <a:noFill/>
        </p:spPr>
        <p:txBody>
          <a:bodyPr wrap="square" rtlCol="0">
            <a:spAutoFit/>
          </a:bodyPr>
          <a:lstStyle/>
          <a:p>
            <a:r>
              <a:rPr lang="en-LT" sz="1500" b="1" i="0" dirty="0">
                <a:solidFill>
                  <a:schemeClr val="bg1"/>
                </a:solidFill>
                <a:latin typeface="Arial" panose="020B0604020202020204" pitchFamily="34" charset="0"/>
                <a:ea typeface="Inter Semi Bold" panose="020B0502030000000004" pitchFamily="34" charset="0"/>
                <a:cs typeface="Arial" panose="020B0604020202020204" pitchFamily="34" charset="0"/>
              </a:rPr>
              <a:t>KAUNO TECHNOLOGIJOS UNIVERSITETAS</a:t>
            </a:r>
          </a:p>
        </p:txBody>
      </p:sp>
      <p:sp>
        <p:nvSpPr>
          <p:cNvPr id="14" name="Text Placeholder 6">
            <a:extLst>
              <a:ext uri="{FF2B5EF4-FFF2-40B4-BE49-F238E27FC236}">
                <a16:creationId xmlns:a16="http://schemas.microsoft.com/office/drawing/2014/main" id="{F0045096-48AE-2F45-81DE-246F7A97BAFA}"/>
              </a:ext>
            </a:extLst>
          </p:cNvPr>
          <p:cNvSpPr>
            <a:spLocks noGrp="1"/>
          </p:cNvSpPr>
          <p:nvPr>
            <p:ph type="body" sz="quarter" idx="13" hasCustomPrompt="1"/>
          </p:nvPr>
        </p:nvSpPr>
        <p:spPr>
          <a:xfrm>
            <a:off x="0" y="3373722"/>
            <a:ext cx="2828658" cy="3222561"/>
          </a:xfrm>
          <a:prstGeom prst="rect">
            <a:avLst/>
          </a:prstGeom>
          <a:ln w="19050">
            <a:noFill/>
          </a:ln>
        </p:spPr>
        <p:txBody>
          <a:bodyPr/>
          <a:lstStyle>
            <a:lvl1pPr marL="0" indent="0" algn="ctr">
              <a:buNone/>
              <a:defRPr sz="26000" b="1" i="0">
                <a:ln w="19050">
                  <a:solidFill>
                    <a:schemeClr val="bg1"/>
                  </a:solidFill>
                </a:ln>
                <a:noFill/>
                <a:latin typeface="Arial" panose="020B0604020202020204" pitchFamily="34" charset="0"/>
                <a:ea typeface="Inter" panose="020B0502030000000004" pitchFamily="34" charset="0"/>
                <a:cs typeface="Arial" panose="020B0604020202020204" pitchFamily="34" charset="0"/>
              </a:defRPr>
            </a:lvl1pPr>
          </a:lstStyle>
          <a:p>
            <a:pPr lvl="0"/>
            <a:r>
              <a:rPr lang="en-US" dirty="0"/>
              <a:t>2</a:t>
            </a:r>
          </a:p>
        </p:txBody>
      </p:sp>
    </p:spTree>
    <p:extLst>
      <p:ext uri="{BB962C8B-B14F-4D97-AF65-F5344CB8AC3E}">
        <p14:creationId xmlns:p14="http://schemas.microsoft.com/office/powerpoint/2010/main" val="3364796189"/>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kyrius_Du skaičiai">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pic>
        <p:nvPicPr>
          <p:cNvPr id="14" name="Picture 13">
            <a:extLst>
              <a:ext uri="{FF2B5EF4-FFF2-40B4-BE49-F238E27FC236}">
                <a16:creationId xmlns:a16="http://schemas.microsoft.com/office/drawing/2014/main" id="{A555EE49-EA86-604D-B79E-1835648D4373}"/>
              </a:ext>
            </a:extLst>
          </p:cNvPr>
          <p:cNvPicPr>
            <a:picLocks noChangeAspect="1"/>
          </p:cNvPicPr>
          <p:nvPr userDrawn="1"/>
        </p:nvPicPr>
        <p:blipFill rotWithShape="1">
          <a:blip r:embed="rId4"/>
          <a:srcRect l="-254768" t="1" r="-836988" b="29251"/>
          <a:stretch/>
        </p:blipFill>
        <p:spPr>
          <a:xfrm rot="5400000">
            <a:off x="2198923" y="-847734"/>
            <a:ext cx="454047" cy="4851894"/>
          </a:xfrm>
          <a:prstGeom prst="rect">
            <a:avLst/>
          </a:prstGeom>
        </p:spPr>
      </p:pic>
      <p:pic>
        <p:nvPicPr>
          <p:cNvPr id="2" name="Picture 1">
            <a:extLst>
              <a:ext uri="{FF2B5EF4-FFF2-40B4-BE49-F238E27FC236}">
                <a16:creationId xmlns:a16="http://schemas.microsoft.com/office/drawing/2014/main" id="{6D892914-F5A9-F642-B52A-C75D04F09286}"/>
              </a:ext>
            </a:extLst>
          </p:cNvPr>
          <p:cNvPicPr>
            <a:picLocks noChangeAspect="1"/>
          </p:cNvPicPr>
          <p:nvPr userDrawn="1"/>
        </p:nvPicPr>
        <p:blipFill>
          <a:blip r:embed="rId4"/>
          <a:stretch>
            <a:fillRect/>
          </a:stretch>
        </p:blipFill>
        <p:spPr>
          <a:xfrm>
            <a:off x="4832844" y="0"/>
            <a:ext cx="38100" cy="6858000"/>
          </a:xfrm>
          <a:prstGeom prst="rect">
            <a:avLst/>
          </a:prstGeom>
        </p:spPr>
      </p:pic>
      <p:pic>
        <p:nvPicPr>
          <p:cNvPr id="6" name="Picture 5">
            <a:extLst>
              <a:ext uri="{FF2B5EF4-FFF2-40B4-BE49-F238E27FC236}">
                <a16:creationId xmlns:a16="http://schemas.microsoft.com/office/drawing/2014/main" id="{E48C8245-A0B5-4343-A773-99B1AC5A1C19}"/>
              </a:ext>
            </a:extLst>
          </p:cNvPr>
          <p:cNvPicPr>
            <a:picLocks noChangeAspect="1"/>
          </p:cNvPicPr>
          <p:nvPr userDrawn="1"/>
        </p:nvPicPr>
        <p:blipFill>
          <a:blip r:embed="rId5"/>
          <a:stretch>
            <a:fillRect/>
          </a:stretch>
        </p:blipFill>
        <p:spPr>
          <a:xfrm>
            <a:off x="3278535" y="1329925"/>
            <a:ext cx="1104900" cy="254000"/>
          </a:xfrm>
          <a:prstGeom prst="rect">
            <a:avLst/>
          </a:prstGeom>
        </p:spPr>
      </p:pic>
      <p:sp>
        <p:nvSpPr>
          <p:cNvPr id="18" name="Text Placeholder 3">
            <a:extLst>
              <a:ext uri="{FF2B5EF4-FFF2-40B4-BE49-F238E27FC236}">
                <a16:creationId xmlns:a16="http://schemas.microsoft.com/office/drawing/2014/main" id="{224758FE-FB03-7945-8489-CE74EBB5340E}"/>
              </a:ext>
            </a:extLst>
          </p:cNvPr>
          <p:cNvSpPr>
            <a:spLocks noGrp="1"/>
          </p:cNvSpPr>
          <p:nvPr>
            <p:ph type="body" sz="quarter" idx="10" hasCustomPrompt="1"/>
          </p:nvPr>
        </p:nvSpPr>
        <p:spPr>
          <a:xfrm>
            <a:off x="5477810" y="3668711"/>
            <a:ext cx="4361134" cy="2724025"/>
          </a:xfrm>
          <a:prstGeom prst="rect">
            <a:avLst/>
          </a:prstGeom>
        </p:spPr>
        <p:txBody>
          <a:bodyPr anchor="b"/>
          <a:lstStyle>
            <a:lvl1pPr marL="0" indent="0">
              <a:buNone/>
              <a:defRPr sz="37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lvl="0"/>
            <a:r>
              <a:rPr lang="en-US" dirty="0" err="1"/>
              <a:t>Antraštė</a:t>
            </a:r>
            <a:endParaRPr lang="en-US" dirty="0"/>
          </a:p>
        </p:txBody>
      </p:sp>
      <p:sp>
        <p:nvSpPr>
          <p:cNvPr id="12" name="Text Placeholder 2">
            <a:extLst>
              <a:ext uri="{FF2B5EF4-FFF2-40B4-BE49-F238E27FC236}">
                <a16:creationId xmlns:a16="http://schemas.microsoft.com/office/drawing/2014/main" id="{20FA2AC1-A86F-6246-9CF6-463924E7F598}"/>
              </a:ext>
            </a:extLst>
          </p:cNvPr>
          <p:cNvSpPr>
            <a:spLocks noGrp="1"/>
          </p:cNvSpPr>
          <p:nvPr>
            <p:ph type="body" sz="quarter" idx="14"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sp>
        <p:nvSpPr>
          <p:cNvPr id="13" name="TextBox 12">
            <a:extLst>
              <a:ext uri="{FF2B5EF4-FFF2-40B4-BE49-F238E27FC236}">
                <a16:creationId xmlns:a16="http://schemas.microsoft.com/office/drawing/2014/main" id="{FD500F5A-81CA-2F4B-BDD4-88D7FC1AE05F}"/>
              </a:ext>
            </a:extLst>
          </p:cNvPr>
          <p:cNvSpPr txBox="1"/>
          <p:nvPr userDrawn="1"/>
        </p:nvSpPr>
        <p:spPr>
          <a:xfrm>
            <a:off x="5477810" y="1289465"/>
            <a:ext cx="4604847" cy="323165"/>
          </a:xfrm>
          <a:prstGeom prst="rect">
            <a:avLst/>
          </a:prstGeom>
          <a:noFill/>
        </p:spPr>
        <p:txBody>
          <a:bodyPr wrap="square" rtlCol="0">
            <a:spAutoFit/>
          </a:bodyPr>
          <a:lstStyle/>
          <a:p>
            <a:r>
              <a:rPr lang="en-LT" sz="1500" b="1" i="0" dirty="0">
                <a:solidFill>
                  <a:schemeClr val="bg1"/>
                </a:solidFill>
                <a:latin typeface="Arial" panose="020B0604020202020204" pitchFamily="34" charset="0"/>
                <a:ea typeface="Inter Semi Bold" panose="020B0502030000000004" pitchFamily="34" charset="0"/>
                <a:cs typeface="Arial" panose="020B0604020202020204" pitchFamily="34" charset="0"/>
              </a:rPr>
              <a:t>KAUNO TECHNOLOGIJOS UNIVERSITETAS</a:t>
            </a:r>
          </a:p>
        </p:txBody>
      </p:sp>
      <p:sp>
        <p:nvSpPr>
          <p:cNvPr id="15" name="Text Placeholder 6">
            <a:extLst>
              <a:ext uri="{FF2B5EF4-FFF2-40B4-BE49-F238E27FC236}">
                <a16:creationId xmlns:a16="http://schemas.microsoft.com/office/drawing/2014/main" id="{D6224EDB-B787-DE4E-BE6F-8D8484097FCC}"/>
              </a:ext>
            </a:extLst>
          </p:cNvPr>
          <p:cNvSpPr>
            <a:spLocks noGrp="1"/>
          </p:cNvSpPr>
          <p:nvPr>
            <p:ph type="body" sz="quarter" idx="13" hasCustomPrompt="1"/>
          </p:nvPr>
        </p:nvSpPr>
        <p:spPr>
          <a:xfrm>
            <a:off x="0" y="3373722"/>
            <a:ext cx="4832844" cy="3222561"/>
          </a:xfrm>
          <a:prstGeom prst="rect">
            <a:avLst/>
          </a:prstGeom>
          <a:ln w="19050">
            <a:noFill/>
          </a:ln>
        </p:spPr>
        <p:txBody>
          <a:bodyPr/>
          <a:lstStyle>
            <a:lvl1pPr marL="0" indent="0" algn="ctr">
              <a:buNone/>
              <a:defRPr sz="26000" b="1" i="0">
                <a:ln w="19050">
                  <a:solidFill>
                    <a:schemeClr val="bg1"/>
                  </a:solidFill>
                </a:ln>
                <a:noFill/>
                <a:latin typeface="Arial" panose="020B0604020202020204" pitchFamily="34" charset="0"/>
                <a:ea typeface="Inter" panose="020B0502030000000004" pitchFamily="34" charset="0"/>
                <a:cs typeface="Arial" panose="020B0604020202020204" pitchFamily="34" charset="0"/>
              </a:defRPr>
            </a:lvl1pPr>
          </a:lstStyle>
          <a:p>
            <a:pPr lvl="0"/>
            <a:r>
              <a:rPr lang="en-US" dirty="0"/>
              <a:t>28</a:t>
            </a:r>
          </a:p>
        </p:txBody>
      </p:sp>
    </p:spTree>
    <p:extLst>
      <p:ext uri="{BB962C8B-B14F-4D97-AF65-F5344CB8AC3E}">
        <p14:creationId xmlns:p14="http://schemas.microsoft.com/office/powerpoint/2010/main" val="3744837837"/>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as_Šūkis_Juoda">
    <p:bg>
      <p:bgPr>
        <a:solidFill>
          <a:schemeClr val="tx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4" y="600737"/>
            <a:ext cx="9908045" cy="509636"/>
          </a:xfrm>
          <a:prstGeom prst="rect">
            <a:avLst/>
          </a:prstGeom>
        </p:spPr>
        <p:txBody>
          <a:bodyPr/>
          <a:lstStyle>
            <a:lvl1pPr marL="0" indent="0">
              <a:buNone/>
              <a:defRPr sz="3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pic>
        <p:nvPicPr>
          <p:cNvPr id="10" name="Picture 9">
            <a:extLst>
              <a:ext uri="{FF2B5EF4-FFF2-40B4-BE49-F238E27FC236}">
                <a16:creationId xmlns:a16="http://schemas.microsoft.com/office/drawing/2014/main" id="{6B7DEC24-8D93-6D48-A79C-7BDDFFA2B161}"/>
              </a:ext>
            </a:extLst>
          </p:cNvPr>
          <p:cNvPicPr>
            <a:picLocks noChangeAspect="1"/>
          </p:cNvPicPr>
          <p:nvPr userDrawn="1"/>
        </p:nvPicPr>
        <p:blipFill>
          <a:blip r:embed="rId2"/>
          <a:stretch>
            <a:fillRect/>
          </a:stretch>
        </p:blipFill>
        <p:spPr>
          <a:xfrm>
            <a:off x="11013890" y="0"/>
            <a:ext cx="38100" cy="6858000"/>
          </a:xfrm>
          <a:prstGeom prst="rect">
            <a:avLst/>
          </a:prstGeom>
        </p:spPr>
      </p:pic>
      <p:sp>
        <p:nvSpPr>
          <p:cNvPr id="19" name="Text Placeholder 2">
            <a:extLst>
              <a:ext uri="{FF2B5EF4-FFF2-40B4-BE49-F238E27FC236}">
                <a16:creationId xmlns:a16="http://schemas.microsoft.com/office/drawing/2014/main" id="{CD1AB869-1A97-C74F-B22C-8C4A3C855317}"/>
              </a:ext>
            </a:extLst>
          </p:cNvPr>
          <p:cNvSpPr>
            <a:spLocks noGrp="1"/>
          </p:cNvSpPr>
          <p:nvPr>
            <p:ph type="body" sz="quarter" idx="14" hasCustomPrompt="1"/>
          </p:nvPr>
        </p:nvSpPr>
        <p:spPr>
          <a:xfrm rot="16200000">
            <a:off x="9406361" y="3040008"/>
            <a:ext cx="4397904" cy="1173382"/>
          </a:xfrm>
          <a:prstGeom prst="rect">
            <a:avLst/>
          </a:prstGeom>
        </p:spPr>
        <p:txBody>
          <a:bodyPr anchor="ctr"/>
          <a:lstStyle>
            <a:lvl1pPr marL="0" indent="0">
              <a:lnSpc>
                <a:spcPct val="130000"/>
              </a:lnSpc>
              <a:spcBef>
                <a:spcPts val="0"/>
              </a:spcBef>
              <a:buNone/>
              <a:defRPr sz="13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pic>
        <p:nvPicPr>
          <p:cNvPr id="16" name="Picture 15">
            <a:extLst>
              <a:ext uri="{FF2B5EF4-FFF2-40B4-BE49-F238E27FC236}">
                <a16:creationId xmlns:a16="http://schemas.microsoft.com/office/drawing/2014/main" id="{A7015AA5-A63A-AA42-ACD1-300F08FBDCD4}"/>
              </a:ext>
            </a:extLst>
          </p:cNvPr>
          <p:cNvPicPr>
            <a:picLocks noChangeAspect="1"/>
          </p:cNvPicPr>
          <p:nvPr userDrawn="1"/>
        </p:nvPicPr>
        <p:blipFill rotWithShape="1">
          <a:blip r:embed="rId3"/>
          <a:srcRect t="-1" r="9663" b="-12809"/>
          <a:stretch/>
        </p:blipFill>
        <p:spPr>
          <a:xfrm>
            <a:off x="0" y="1356723"/>
            <a:ext cx="11013890" cy="214901"/>
          </a:xfrm>
          <a:prstGeom prst="rect">
            <a:avLst/>
          </a:prstGeom>
        </p:spPr>
      </p:pic>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dirty="0"/>
              <a:t>Antraštė 2</a:t>
            </a:r>
          </a:p>
        </p:txBody>
      </p:sp>
      <p:pic>
        <p:nvPicPr>
          <p:cNvPr id="23" name="Picture 22">
            <a:extLst>
              <a:ext uri="{FF2B5EF4-FFF2-40B4-BE49-F238E27FC236}">
                <a16:creationId xmlns:a16="http://schemas.microsoft.com/office/drawing/2014/main" id="{810A3938-1C5A-734A-9AEB-AA2A81156F6C}"/>
              </a:ext>
            </a:extLst>
          </p:cNvPr>
          <p:cNvPicPr>
            <a:picLocks noChangeAspect="1"/>
          </p:cNvPicPr>
          <p:nvPr userDrawn="1"/>
        </p:nvPicPr>
        <p:blipFill>
          <a:blip r:embed="rId4"/>
          <a:stretch>
            <a:fillRect/>
          </a:stretch>
        </p:blipFill>
        <p:spPr>
          <a:xfrm>
            <a:off x="11314565" y="696317"/>
            <a:ext cx="590984" cy="318475"/>
          </a:xfrm>
          <a:prstGeom prst="rect">
            <a:avLst/>
          </a:prstGeom>
        </p:spPr>
      </p:pic>
      <p:sp>
        <p:nvSpPr>
          <p:cNvPr id="11" name="Slide Number Placeholder 3">
            <a:extLst>
              <a:ext uri="{FF2B5EF4-FFF2-40B4-BE49-F238E27FC236}">
                <a16:creationId xmlns:a16="http://schemas.microsoft.com/office/drawing/2014/main" id="{7EE7EFB9-58EC-4E46-B135-D34F2910C588}"/>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195424930"/>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as_Šūkis_Balta">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4" y="600737"/>
            <a:ext cx="9908045" cy="509636"/>
          </a:xfrm>
          <a:prstGeom prst="rect">
            <a:avLst/>
          </a:prstGeom>
        </p:spPr>
        <p:txBody>
          <a:bodyPr/>
          <a:lstStyle>
            <a:lvl1pPr marL="0" indent="0">
              <a:buNone/>
              <a:defRPr sz="30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sp>
        <p:nvSpPr>
          <p:cNvPr id="19" name="Text Placeholder 2">
            <a:extLst>
              <a:ext uri="{FF2B5EF4-FFF2-40B4-BE49-F238E27FC236}">
                <a16:creationId xmlns:a16="http://schemas.microsoft.com/office/drawing/2014/main" id="{CD1AB869-1A97-C74F-B22C-8C4A3C855317}"/>
              </a:ext>
            </a:extLst>
          </p:cNvPr>
          <p:cNvSpPr>
            <a:spLocks noGrp="1"/>
          </p:cNvSpPr>
          <p:nvPr>
            <p:ph type="body" sz="quarter" idx="14" hasCustomPrompt="1"/>
          </p:nvPr>
        </p:nvSpPr>
        <p:spPr>
          <a:xfrm rot="16200000">
            <a:off x="9406361" y="3040008"/>
            <a:ext cx="4397904" cy="1173382"/>
          </a:xfrm>
          <a:prstGeom prst="rect">
            <a:avLst/>
          </a:prstGeom>
        </p:spPr>
        <p:txBody>
          <a:bodyPr anchor="ctr"/>
          <a:lstStyle>
            <a:lvl1pPr marL="0" indent="0">
              <a:lnSpc>
                <a:spcPct val="130000"/>
              </a:lnSpc>
              <a:spcBef>
                <a:spcPts val="0"/>
              </a:spcBef>
              <a:buNone/>
              <a:defRPr sz="1300" b="1" i="0">
                <a:solidFill>
                  <a:schemeClr val="tx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tx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dirty="0"/>
              <a:t>Antraštė 2</a:t>
            </a:r>
          </a:p>
        </p:txBody>
      </p:sp>
      <p:pic>
        <p:nvPicPr>
          <p:cNvPr id="11" name="Picture 10">
            <a:extLst>
              <a:ext uri="{FF2B5EF4-FFF2-40B4-BE49-F238E27FC236}">
                <a16:creationId xmlns:a16="http://schemas.microsoft.com/office/drawing/2014/main" id="{BC028207-03C6-EB4F-8087-70DFE414C3FB}"/>
              </a:ext>
            </a:extLst>
          </p:cNvPr>
          <p:cNvPicPr>
            <a:picLocks noChangeAspect="1"/>
          </p:cNvPicPr>
          <p:nvPr userDrawn="1"/>
        </p:nvPicPr>
        <p:blipFill>
          <a:blip r:embed="rId2"/>
          <a:stretch>
            <a:fillRect/>
          </a:stretch>
        </p:blipFill>
        <p:spPr>
          <a:xfrm>
            <a:off x="11314563" y="696316"/>
            <a:ext cx="590985" cy="318475"/>
          </a:xfrm>
          <a:prstGeom prst="rect">
            <a:avLst/>
          </a:prstGeom>
        </p:spPr>
      </p:pic>
      <p:pic>
        <p:nvPicPr>
          <p:cNvPr id="14" name="Picture 13">
            <a:extLst>
              <a:ext uri="{FF2B5EF4-FFF2-40B4-BE49-F238E27FC236}">
                <a16:creationId xmlns:a16="http://schemas.microsoft.com/office/drawing/2014/main" id="{E8B3520C-4886-5844-B632-0EFDEEFA04BE}"/>
              </a:ext>
            </a:extLst>
          </p:cNvPr>
          <p:cNvPicPr>
            <a:picLocks noChangeAspect="1"/>
          </p:cNvPicPr>
          <p:nvPr userDrawn="1"/>
        </p:nvPicPr>
        <p:blipFill>
          <a:blip r:embed="rId3"/>
          <a:stretch>
            <a:fillRect/>
          </a:stretch>
        </p:blipFill>
        <p:spPr>
          <a:xfrm>
            <a:off x="11010097" y="0"/>
            <a:ext cx="38100" cy="6858000"/>
          </a:xfrm>
          <a:prstGeom prst="rect">
            <a:avLst/>
          </a:prstGeom>
        </p:spPr>
      </p:pic>
      <p:pic>
        <p:nvPicPr>
          <p:cNvPr id="15" name="Picture 14">
            <a:extLst>
              <a:ext uri="{FF2B5EF4-FFF2-40B4-BE49-F238E27FC236}">
                <a16:creationId xmlns:a16="http://schemas.microsoft.com/office/drawing/2014/main" id="{DBBDCAF9-A99D-AB48-B61A-DEA4A9FF6C9F}"/>
              </a:ext>
            </a:extLst>
          </p:cNvPr>
          <p:cNvPicPr>
            <a:picLocks noChangeAspect="1"/>
          </p:cNvPicPr>
          <p:nvPr userDrawn="1"/>
        </p:nvPicPr>
        <p:blipFill rotWithShape="1">
          <a:blip r:embed="rId4"/>
          <a:srcRect r="9625" b="-49952"/>
          <a:stretch/>
        </p:blipFill>
        <p:spPr>
          <a:xfrm>
            <a:off x="0" y="1356709"/>
            <a:ext cx="11018622" cy="285659"/>
          </a:xfrm>
          <a:prstGeom prst="rect">
            <a:avLst/>
          </a:prstGeom>
        </p:spPr>
      </p:pic>
      <p:sp>
        <p:nvSpPr>
          <p:cNvPr id="10" name="Slide Number Placeholder 3">
            <a:extLst>
              <a:ext uri="{FF2B5EF4-FFF2-40B4-BE49-F238E27FC236}">
                <a16:creationId xmlns:a16="http://schemas.microsoft.com/office/drawing/2014/main" id="{D1705FAF-CC62-BB49-B817-BC45A057FA08}"/>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49757217"/>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kstas_Juoda">
    <p:bg>
      <p:bgPr>
        <a:solidFill>
          <a:schemeClr val="tx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5" y="600737"/>
            <a:ext cx="8978606" cy="509636"/>
          </a:xfrm>
          <a:prstGeom prst="rect">
            <a:avLst/>
          </a:prstGeom>
        </p:spPr>
        <p:txBody>
          <a:bodyPr/>
          <a:lstStyle>
            <a:lvl1pPr marL="0" indent="0">
              <a:buNone/>
              <a:defRPr sz="3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dirty="0"/>
              <a:t>Antraštė 2</a:t>
            </a:r>
          </a:p>
        </p:txBody>
      </p:sp>
      <p:pic>
        <p:nvPicPr>
          <p:cNvPr id="11" name="Picture 10">
            <a:extLst>
              <a:ext uri="{FF2B5EF4-FFF2-40B4-BE49-F238E27FC236}">
                <a16:creationId xmlns:a16="http://schemas.microsoft.com/office/drawing/2014/main" id="{69C3A560-9403-BC49-A5F7-C015081D15DE}"/>
              </a:ext>
            </a:extLst>
          </p:cNvPr>
          <p:cNvPicPr>
            <a:picLocks noChangeAspect="1"/>
          </p:cNvPicPr>
          <p:nvPr userDrawn="1"/>
        </p:nvPicPr>
        <p:blipFill>
          <a:blip r:embed="rId2"/>
          <a:stretch>
            <a:fillRect/>
          </a:stretch>
        </p:blipFill>
        <p:spPr>
          <a:xfrm>
            <a:off x="0" y="1351225"/>
            <a:ext cx="12192000" cy="190500"/>
          </a:xfrm>
          <a:prstGeom prst="rect">
            <a:avLst/>
          </a:prstGeom>
        </p:spPr>
      </p:pic>
      <p:pic>
        <p:nvPicPr>
          <p:cNvPr id="12" name="Picture 11">
            <a:extLst>
              <a:ext uri="{FF2B5EF4-FFF2-40B4-BE49-F238E27FC236}">
                <a16:creationId xmlns:a16="http://schemas.microsoft.com/office/drawing/2014/main" id="{6E36B143-6BE1-0541-83D6-F8722667238A}"/>
              </a:ext>
            </a:extLst>
          </p:cNvPr>
          <p:cNvPicPr>
            <a:picLocks noChangeAspect="1"/>
          </p:cNvPicPr>
          <p:nvPr userDrawn="1"/>
        </p:nvPicPr>
        <p:blipFill>
          <a:blip r:embed="rId3"/>
          <a:stretch>
            <a:fillRect/>
          </a:stretch>
        </p:blipFill>
        <p:spPr>
          <a:xfrm>
            <a:off x="11163044" y="696317"/>
            <a:ext cx="590984" cy="318475"/>
          </a:xfrm>
          <a:prstGeom prst="rect">
            <a:avLst/>
          </a:prstGeom>
        </p:spPr>
      </p:pic>
      <p:sp>
        <p:nvSpPr>
          <p:cNvPr id="8" name="Slide Number Placeholder 3">
            <a:extLst>
              <a:ext uri="{FF2B5EF4-FFF2-40B4-BE49-F238E27FC236}">
                <a16:creationId xmlns:a16="http://schemas.microsoft.com/office/drawing/2014/main" id="{EE81F693-50CC-E74A-92F2-28556691589B}"/>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4182828940"/>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kstas_Balta">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DCD1856C-F327-BF49-A715-D3258E845AB5}"/>
              </a:ext>
            </a:extLst>
          </p:cNvPr>
          <p:cNvSpPr>
            <a:spLocks noGrp="1"/>
          </p:cNvSpPr>
          <p:nvPr>
            <p:ph type="body" sz="quarter" idx="11" hasCustomPrompt="1"/>
          </p:nvPr>
        </p:nvSpPr>
        <p:spPr>
          <a:xfrm>
            <a:off x="641645" y="600737"/>
            <a:ext cx="8978606" cy="509636"/>
          </a:xfrm>
          <a:prstGeom prst="rect">
            <a:avLst/>
          </a:prstGeom>
        </p:spPr>
        <p:txBody>
          <a:bodyPr/>
          <a:lstStyle>
            <a:lvl1pPr marL="0" indent="0">
              <a:buNone/>
              <a:defRPr sz="30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sp>
        <p:nvSpPr>
          <p:cNvPr id="21" name="Text Placeholder 20">
            <a:extLst>
              <a:ext uri="{FF2B5EF4-FFF2-40B4-BE49-F238E27FC236}">
                <a16:creationId xmlns:a16="http://schemas.microsoft.com/office/drawing/2014/main" id="{B4B86B12-DA76-274D-9D4F-46D64739DB84}"/>
              </a:ext>
            </a:extLst>
          </p:cNvPr>
          <p:cNvSpPr>
            <a:spLocks noGrp="1"/>
          </p:cNvSpPr>
          <p:nvPr>
            <p:ph type="body" sz="quarter" idx="15" hasCustomPrompt="1"/>
          </p:nvPr>
        </p:nvSpPr>
        <p:spPr>
          <a:xfrm>
            <a:off x="639930" y="4374624"/>
            <a:ext cx="9828212" cy="1860720"/>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2" name="Text Placeholder 20">
            <a:extLst>
              <a:ext uri="{FF2B5EF4-FFF2-40B4-BE49-F238E27FC236}">
                <a16:creationId xmlns:a16="http://schemas.microsoft.com/office/drawing/2014/main" id="{587BF503-4657-4144-AE5A-7FC3C4A8467D}"/>
              </a:ext>
            </a:extLst>
          </p:cNvPr>
          <p:cNvSpPr>
            <a:spLocks noGrp="1"/>
          </p:cNvSpPr>
          <p:nvPr>
            <p:ph type="body" sz="quarter" idx="12" hasCustomPrompt="1"/>
          </p:nvPr>
        </p:nvSpPr>
        <p:spPr>
          <a:xfrm>
            <a:off x="643723" y="3048000"/>
            <a:ext cx="9828212" cy="1019347"/>
          </a:xfrm>
          <a:prstGeom prst="rect">
            <a:avLst/>
          </a:prstGeom>
        </p:spPr>
        <p:txBody>
          <a:bodyPr anchor="b"/>
          <a:lstStyle>
            <a:lvl1pPr marL="0" indent="0">
              <a:lnSpc>
                <a:spcPct val="110000"/>
              </a:lnSpc>
              <a:spcBef>
                <a:spcPts val="0"/>
              </a:spcBef>
              <a:spcAft>
                <a:spcPts val="0"/>
              </a:spcAft>
              <a:buFont typeface="+mj-lt"/>
              <a:buNone/>
              <a:defRPr sz="2200" b="1" i="0">
                <a:solidFill>
                  <a:schemeClr val="tx1"/>
                </a:solidFill>
                <a:latin typeface="Arial" panose="020B0604020202020204" pitchFamily="34" charset="0"/>
                <a:ea typeface="Inter Medium" panose="020B0502030000000004" pitchFamily="34" charset="0"/>
                <a:cs typeface="Arial" panose="020B0604020202020204" pitchFamily="34" charset="0"/>
              </a:defRPr>
            </a:lvl1pPr>
          </a:lstStyle>
          <a:p>
            <a:pPr lvl="0"/>
            <a:r>
              <a:rPr lang="lt-LT" dirty="0"/>
              <a:t>Antraštė 2</a:t>
            </a:r>
          </a:p>
        </p:txBody>
      </p:sp>
      <p:pic>
        <p:nvPicPr>
          <p:cNvPr id="9" name="Picture 8">
            <a:extLst>
              <a:ext uri="{FF2B5EF4-FFF2-40B4-BE49-F238E27FC236}">
                <a16:creationId xmlns:a16="http://schemas.microsoft.com/office/drawing/2014/main" id="{C66F165C-7173-9B41-9B41-5FC5C0B7D53F}"/>
              </a:ext>
            </a:extLst>
          </p:cNvPr>
          <p:cNvPicPr>
            <a:picLocks noChangeAspect="1"/>
          </p:cNvPicPr>
          <p:nvPr userDrawn="1"/>
        </p:nvPicPr>
        <p:blipFill>
          <a:blip r:embed="rId2"/>
          <a:stretch>
            <a:fillRect/>
          </a:stretch>
        </p:blipFill>
        <p:spPr>
          <a:xfrm>
            <a:off x="0" y="1351225"/>
            <a:ext cx="12192000" cy="190500"/>
          </a:xfrm>
          <a:prstGeom prst="rect">
            <a:avLst/>
          </a:prstGeom>
        </p:spPr>
      </p:pic>
      <p:pic>
        <p:nvPicPr>
          <p:cNvPr id="14" name="Picture 13">
            <a:extLst>
              <a:ext uri="{FF2B5EF4-FFF2-40B4-BE49-F238E27FC236}">
                <a16:creationId xmlns:a16="http://schemas.microsoft.com/office/drawing/2014/main" id="{0B47D6DC-D91B-A144-80BE-9E55BF0FD1FC}"/>
              </a:ext>
            </a:extLst>
          </p:cNvPr>
          <p:cNvPicPr>
            <a:picLocks noChangeAspect="1"/>
          </p:cNvPicPr>
          <p:nvPr userDrawn="1"/>
        </p:nvPicPr>
        <p:blipFill>
          <a:blip r:embed="rId3"/>
          <a:stretch>
            <a:fillRect/>
          </a:stretch>
        </p:blipFill>
        <p:spPr>
          <a:xfrm>
            <a:off x="11163222" y="696316"/>
            <a:ext cx="590985" cy="318475"/>
          </a:xfrm>
          <a:prstGeom prst="rect">
            <a:avLst/>
          </a:prstGeom>
        </p:spPr>
      </p:pic>
      <p:sp>
        <p:nvSpPr>
          <p:cNvPr id="8" name="Slide Number Placeholder 3">
            <a:extLst>
              <a:ext uri="{FF2B5EF4-FFF2-40B4-BE49-F238E27FC236}">
                <a16:creationId xmlns:a16="http://schemas.microsoft.com/office/drawing/2014/main" id="{BD405FBB-9895-7146-BF23-12D1784B464A}"/>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2233462981"/>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kstas_Dvi dalys">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6D8A384-C846-7641-BEB4-42006FEB5447}"/>
              </a:ext>
            </a:extLst>
          </p:cNvPr>
          <p:cNvSpPr/>
          <p:nvPr userDrawn="1"/>
        </p:nvSpPr>
        <p:spPr>
          <a:xfrm>
            <a:off x="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4" name="Text Placeholder 20">
            <a:extLst>
              <a:ext uri="{FF2B5EF4-FFF2-40B4-BE49-F238E27FC236}">
                <a16:creationId xmlns:a16="http://schemas.microsoft.com/office/drawing/2014/main" id="{F497E261-9388-AC42-BFA8-252592EA0D4A}"/>
              </a:ext>
            </a:extLst>
          </p:cNvPr>
          <p:cNvSpPr>
            <a:spLocks noGrp="1"/>
          </p:cNvSpPr>
          <p:nvPr>
            <p:ph type="body" sz="quarter" idx="15" hasCustomPrompt="1"/>
          </p:nvPr>
        </p:nvSpPr>
        <p:spPr>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7" name="Text Placeholder 4">
            <a:extLst>
              <a:ext uri="{FF2B5EF4-FFF2-40B4-BE49-F238E27FC236}">
                <a16:creationId xmlns:a16="http://schemas.microsoft.com/office/drawing/2014/main" id="{B5FF6581-2E75-F54C-AC74-4CFB308232A1}"/>
              </a:ext>
            </a:extLst>
          </p:cNvPr>
          <p:cNvSpPr>
            <a:spLocks noGrp="1"/>
          </p:cNvSpPr>
          <p:nvPr>
            <p:ph type="body" sz="quarter" idx="11" hasCustomPrompt="1"/>
          </p:nvPr>
        </p:nvSpPr>
        <p:spPr>
          <a:xfrm>
            <a:off x="641645" y="600737"/>
            <a:ext cx="4921173" cy="509636"/>
          </a:xfrm>
          <a:prstGeom prst="rect">
            <a:avLst/>
          </a:prstGeom>
        </p:spPr>
        <p:txBody>
          <a:bodyPr/>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
        <p:nvSpPr>
          <p:cNvPr id="23" name="Text Placeholder 20">
            <a:extLst>
              <a:ext uri="{FF2B5EF4-FFF2-40B4-BE49-F238E27FC236}">
                <a16:creationId xmlns:a16="http://schemas.microsoft.com/office/drawing/2014/main" id="{2E6D4784-2EA3-C74A-80A6-6E53A345902F}"/>
              </a:ext>
            </a:extLst>
          </p:cNvPr>
          <p:cNvSpPr>
            <a:spLocks noGrp="1"/>
          </p:cNvSpPr>
          <p:nvPr>
            <p:ph type="body" sz="quarter" idx="16" hasCustomPrompt="1"/>
          </p:nvPr>
        </p:nvSpPr>
        <p:spPr>
          <a:xfrm>
            <a:off x="6735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5" name="Text Placeholder 4">
            <a:extLst>
              <a:ext uri="{FF2B5EF4-FFF2-40B4-BE49-F238E27FC236}">
                <a16:creationId xmlns:a16="http://schemas.microsoft.com/office/drawing/2014/main" id="{5592035A-2271-5843-9AF4-E3E9FDCF0139}"/>
              </a:ext>
            </a:extLst>
          </p:cNvPr>
          <p:cNvSpPr>
            <a:spLocks noGrp="1"/>
          </p:cNvSpPr>
          <p:nvPr>
            <p:ph type="body" sz="quarter" idx="18" hasCustomPrompt="1"/>
          </p:nvPr>
        </p:nvSpPr>
        <p:spPr>
          <a:xfrm>
            <a:off x="6737645" y="600737"/>
            <a:ext cx="4921173" cy="509636"/>
          </a:xfrm>
          <a:prstGeom prst="rect">
            <a:avLst/>
          </a:prstGeom>
        </p:spPr>
        <p:txBody>
          <a:bodyPr/>
          <a:lstStyle>
            <a:lvl1pPr marL="0" indent="0">
              <a:buNone/>
              <a:defRPr sz="22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
        <p:nvSpPr>
          <p:cNvPr id="8" name="Slide Number Placeholder 3">
            <a:extLst>
              <a:ext uri="{FF2B5EF4-FFF2-40B4-BE49-F238E27FC236}">
                <a16:creationId xmlns:a16="http://schemas.microsoft.com/office/drawing/2014/main" id="{BEC282FF-8A8E-4743-8FE6-0CBA9BBA69B5}"/>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3796437252"/>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guide id="19"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ekstas_Dvi dalys">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6D8A384-C846-7641-BEB4-42006FEB5447}"/>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4" name="Text Placeholder 20">
            <a:extLst>
              <a:ext uri="{FF2B5EF4-FFF2-40B4-BE49-F238E27FC236}">
                <a16:creationId xmlns:a16="http://schemas.microsoft.com/office/drawing/2014/main" id="{F497E261-9388-AC42-BFA8-252592EA0D4A}"/>
              </a:ext>
            </a:extLst>
          </p:cNvPr>
          <p:cNvSpPr>
            <a:spLocks noGrp="1"/>
          </p:cNvSpPr>
          <p:nvPr>
            <p:ph type="body" sz="quarter" idx="15" hasCustomPrompt="1"/>
          </p:nvPr>
        </p:nvSpPr>
        <p:spPr>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7" name="Text Placeholder 4">
            <a:extLst>
              <a:ext uri="{FF2B5EF4-FFF2-40B4-BE49-F238E27FC236}">
                <a16:creationId xmlns:a16="http://schemas.microsoft.com/office/drawing/2014/main" id="{B5FF6581-2E75-F54C-AC74-4CFB308232A1}"/>
              </a:ext>
            </a:extLst>
          </p:cNvPr>
          <p:cNvSpPr>
            <a:spLocks noGrp="1"/>
          </p:cNvSpPr>
          <p:nvPr>
            <p:ph type="body" sz="quarter" idx="11" hasCustomPrompt="1"/>
          </p:nvPr>
        </p:nvSpPr>
        <p:spPr>
          <a:xfrm>
            <a:off x="641645" y="600737"/>
            <a:ext cx="4921173" cy="509636"/>
          </a:xfrm>
          <a:prstGeom prst="rect">
            <a:avLst/>
          </a:prstGeom>
        </p:spPr>
        <p:txBody>
          <a:bodyPr/>
          <a:lstStyle>
            <a:lvl1pPr marL="0" indent="0">
              <a:buNone/>
              <a:defRPr sz="22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
        <p:nvSpPr>
          <p:cNvPr id="23" name="Text Placeholder 20">
            <a:extLst>
              <a:ext uri="{FF2B5EF4-FFF2-40B4-BE49-F238E27FC236}">
                <a16:creationId xmlns:a16="http://schemas.microsoft.com/office/drawing/2014/main" id="{2E6D4784-2EA3-C74A-80A6-6E53A345902F}"/>
              </a:ext>
            </a:extLst>
          </p:cNvPr>
          <p:cNvSpPr>
            <a:spLocks noGrp="1"/>
          </p:cNvSpPr>
          <p:nvPr>
            <p:ph type="body" sz="quarter" idx="16" hasCustomPrompt="1"/>
          </p:nvPr>
        </p:nvSpPr>
        <p:spPr>
          <a:xfrm>
            <a:off x="6735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5" name="Text Placeholder 4">
            <a:extLst>
              <a:ext uri="{FF2B5EF4-FFF2-40B4-BE49-F238E27FC236}">
                <a16:creationId xmlns:a16="http://schemas.microsoft.com/office/drawing/2014/main" id="{5592035A-2271-5843-9AF4-E3E9FDCF0139}"/>
              </a:ext>
            </a:extLst>
          </p:cNvPr>
          <p:cNvSpPr>
            <a:spLocks noGrp="1"/>
          </p:cNvSpPr>
          <p:nvPr>
            <p:ph type="body" sz="quarter" idx="18" hasCustomPrompt="1"/>
          </p:nvPr>
        </p:nvSpPr>
        <p:spPr>
          <a:xfrm>
            <a:off x="6737645" y="600737"/>
            <a:ext cx="4921173" cy="509636"/>
          </a:xfrm>
          <a:prstGeom prst="rect">
            <a:avLst/>
          </a:prstGeom>
        </p:spPr>
        <p:txBody>
          <a:bodyPr/>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
        <p:nvSpPr>
          <p:cNvPr id="9" name="Slide Number Placeholder 3">
            <a:extLst>
              <a:ext uri="{FF2B5EF4-FFF2-40B4-BE49-F238E27FC236}">
                <a16:creationId xmlns:a16="http://schemas.microsoft.com/office/drawing/2014/main" id="{B83568EC-B77A-0E4D-9628-B5B410A3918A}"/>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2153394625"/>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guide id="19"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ekstas_Keturios dalys">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224FEE-B2A5-5B45-808C-F0B694341654}"/>
              </a:ext>
            </a:extLst>
          </p:cNvPr>
          <p:cNvSpPr/>
          <p:nvPr userDrawn="1"/>
        </p:nvSpPr>
        <p:spPr>
          <a:xfrm>
            <a:off x="6096001" y="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0" name="Text Placeholder 20">
            <a:extLst>
              <a:ext uri="{FF2B5EF4-FFF2-40B4-BE49-F238E27FC236}">
                <a16:creationId xmlns:a16="http://schemas.microsoft.com/office/drawing/2014/main" id="{B72BBEF3-610E-084B-8035-69D7E509C5AF}"/>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8" name="Rectangle 17">
            <a:extLst>
              <a:ext uri="{FF2B5EF4-FFF2-40B4-BE49-F238E27FC236}">
                <a16:creationId xmlns:a16="http://schemas.microsoft.com/office/drawing/2014/main" id="{504E145C-81F0-8344-8DEA-9501D7BD7159}"/>
              </a:ext>
            </a:extLst>
          </p:cNvPr>
          <p:cNvSpPr/>
          <p:nvPr userDrawn="1"/>
        </p:nvSpPr>
        <p:spPr>
          <a:xfrm>
            <a:off x="1" y="342900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0" name="Text Placeholder 20">
            <a:extLst>
              <a:ext uri="{FF2B5EF4-FFF2-40B4-BE49-F238E27FC236}">
                <a16:creationId xmlns:a16="http://schemas.microsoft.com/office/drawing/2014/main" id="{3E63EFE9-5010-3C45-ABA3-DB0AF79AC1EE}"/>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Tree>
    <p:extLst>
      <p:ext uri="{BB962C8B-B14F-4D97-AF65-F5344CB8AC3E}">
        <p14:creationId xmlns:p14="http://schemas.microsoft.com/office/powerpoint/2010/main" val="2962774028"/>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guide id="19"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ekstas_Keturios dalys">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04E145C-81F0-8344-8DEA-9501D7BD7159}"/>
              </a:ext>
            </a:extLst>
          </p:cNvPr>
          <p:cNvSpPr/>
          <p:nvPr userDrawn="1"/>
        </p:nvSpPr>
        <p:spPr>
          <a:xfrm>
            <a:off x="1" y="-1"/>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9" name="Rectangle 8">
            <a:extLst>
              <a:ext uri="{FF2B5EF4-FFF2-40B4-BE49-F238E27FC236}">
                <a16:creationId xmlns:a16="http://schemas.microsoft.com/office/drawing/2014/main" id="{75224FEE-B2A5-5B45-808C-F0B694341654}"/>
              </a:ext>
            </a:extLst>
          </p:cNvPr>
          <p:cNvSpPr/>
          <p:nvPr userDrawn="1"/>
        </p:nvSpPr>
        <p:spPr>
          <a:xfrm>
            <a:off x="6096001" y="3428998"/>
            <a:ext cx="6095999" cy="3428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LT"/>
          </a:p>
        </p:txBody>
      </p:sp>
      <p:sp>
        <p:nvSpPr>
          <p:cNvPr id="10" name="Text Placeholder 20">
            <a:extLst>
              <a:ext uri="{FF2B5EF4-FFF2-40B4-BE49-F238E27FC236}">
                <a16:creationId xmlns:a16="http://schemas.microsoft.com/office/drawing/2014/main" id="{B72BBEF3-610E-084B-8035-69D7E509C5AF}"/>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0" name="Text Placeholder 20">
            <a:extLst>
              <a:ext uri="{FF2B5EF4-FFF2-40B4-BE49-F238E27FC236}">
                <a16:creationId xmlns:a16="http://schemas.microsoft.com/office/drawing/2014/main" id="{3E63EFE9-5010-3C45-ABA3-DB0AF79AC1EE}"/>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Tree>
    <p:extLst>
      <p:ext uri="{BB962C8B-B14F-4D97-AF65-F5344CB8AC3E}">
        <p14:creationId xmlns:p14="http://schemas.microsoft.com/office/powerpoint/2010/main" val="236036594"/>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guide id="19"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ekstas_Keturios dalys">
    <p:bg>
      <p:bgPr>
        <a:solidFill>
          <a:schemeClr val="tx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CE84176-04FD-7E44-80FE-534E00AD682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Text Placeholder 20">
            <a:extLst>
              <a:ext uri="{FF2B5EF4-FFF2-40B4-BE49-F238E27FC236}">
                <a16:creationId xmlns:a16="http://schemas.microsoft.com/office/drawing/2014/main" id="{A2479587-0613-014A-907C-7A6BD40A26A3}"/>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9" name="Text Placeholder 20">
            <a:extLst>
              <a:ext uri="{FF2B5EF4-FFF2-40B4-BE49-F238E27FC236}">
                <a16:creationId xmlns:a16="http://schemas.microsoft.com/office/drawing/2014/main" id="{0FAD5EC6-4199-5C46-B4E6-5A8F47734253}"/>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0" name="Text Placeholder 20">
            <a:extLst>
              <a:ext uri="{FF2B5EF4-FFF2-40B4-BE49-F238E27FC236}">
                <a16:creationId xmlns:a16="http://schemas.microsoft.com/office/drawing/2014/main" id="{63654EC9-44A8-5048-83C2-2359A000B865}"/>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1" name="Text Placeholder 20">
            <a:extLst>
              <a:ext uri="{FF2B5EF4-FFF2-40B4-BE49-F238E27FC236}">
                <a16:creationId xmlns:a16="http://schemas.microsoft.com/office/drawing/2014/main" id="{87ED44B0-B49B-2E43-9448-B9CA2D9A13BF}"/>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Tree>
    <p:extLst>
      <p:ext uri="{BB962C8B-B14F-4D97-AF65-F5344CB8AC3E}">
        <p14:creationId xmlns:p14="http://schemas.microsoft.com/office/powerpoint/2010/main" val="2967530489"/>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kstas_Keturios dalys">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747910-06FD-4846-B37B-91A91EE5B3C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Text Placeholder 20">
            <a:extLst>
              <a:ext uri="{FF2B5EF4-FFF2-40B4-BE49-F238E27FC236}">
                <a16:creationId xmlns:a16="http://schemas.microsoft.com/office/drawing/2014/main" id="{719F9151-DC16-CE4F-9309-39250B29EAA0}"/>
              </a:ext>
            </a:extLst>
          </p:cNvPr>
          <p:cNvSpPr>
            <a:spLocks noGrp="1"/>
          </p:cNvSpPr>
          <p:nvPr>
            <p:ph type="body" sz="quarter" idx="15"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5" name="Text Placeholder 20">
            <a:extLst>
              <a:ext uri="{FF2B5EF4-FFF2-40B4-BE49-F238E27FC236}">
                <a16:creationId xmlns:a16="http://schemas.microsoft.com/office/drawing/2014/main" id="{C502A480-02A7-4745-AB98-DBF617812510}"/>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6" name="Text Placeholder 20">
            <a:extLst>
              <a:ext uri="{FF2B5EF4-FFF2-40B4-BE49-F238E27FC236}">
                <a16:creationId xmlns:a16="http://schemas.microsoft.com/office/drawing/2014/main" id="{9DD59F3E-D979-E24A-8E0A-3B87A2DA64D7}"/>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7" name="Text Placeholder 20">
            <a:extLst>
              <a:ext uri="{FF2B5EF4-FFF2-40B4-BE49-F238E27FC236}">
                <a16:creationId xmlns:a16="http://schemas.microsoft.com/office/drawing/2014/main" id="{F8037D3B-F9E1-394A-A1A9-880049C2F5D7}"/>
              </a:ext>
            </a:extLst>
          </p:cNvPr>
          <p:cNvSpPr>
            <a:spLocks noGrp="1"/>
          </p:cNvSpPr>
          <p:nvPr>
            <p:ph type="body" sz="quarter" idx="18" hasCustomPrompt="1"/>
          </p:nvPr>
        </p:nvSpPr>
        <p:spPr>
          <a:xfrm>
            <a:off x="863597"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Tree>
    <p:extLst>
      <p:ext uri="{BB962C8B-B14F-4D97-AF65-F5344CB8AC3E}">
        <p14:creationId xmlns:p14="http://schemas.microsoft.com/office/powerpoint/2010/main" val="1770696105"/>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askutinė">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6F833E-D503-7449-87CC-B8E383BC66CA}"/>
              </a:ext>
            </a:extLst>
          </p:cNvPr>
          <p:cNvPicPr>
            <a:picLocks noChangeAspect="1"/>
          </p:cNvPicPr>
          <p:nvPr userDrawn="1"/>
        </p:nvPicPr>
        <p:blipFill>
          <a:blip r:embed="rId2"/>
          <a:stretch>
            <a:fillRect/>
          </a:stretch>
        </p:blipFill>
        <p:spPr>
          <a:xfrm>
            <a:off x="10909021" y="424809"/>
            <a:ext cx="862883" cy="983770"/>
          </a:xfrm>
          <a:prstGeom prst="rect">
            <a:avLst/>
          </a:prstGeom>
        </p:spPr>
      </p:pic>
      <p:sp>
        <p:nvSpPr>
          <p:cNvPr id="15" name="Text Placeholder 7">
            <a:extLst>
              <a:ext uri="{FF2B5EF4-FFF2-40B4-BE49-F238E27FC236}">
                <a16:creationId xmlns:a16="http://schemas.microsoft.com/office/drawing/2014/main" id="{AD15DE3A-FC37-F54E-907A-A159B33E946B}"/>
              </a:ext>
            </a:extLst>
          </p:cNvPr>
          <p:cNvSpPr>
            <a:spLocks noGrp="1"/>
          </p:cNvSpPr>
          <p:nvPr>
            <p:ph type="body" sz="quarter" idx="11" hasCustomPrompt="1"/>
          </p:nvPr>
        </p:nvSpPr>
        <p:spPr>
          <a:xfrm>
            <a:off x="632355" y="2909230"/>
            <a:ext cx="8854531" cy="3534526"/>
          </a:xfrm>
          <a:prstGeom prst="rect">
            <a:avLst/>
          </a:prstGeom>
        </p:spPr>
        <p:txBody>
          <a:bodyPr anchor="b"/>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0000" b="1" i="0">
                <a:solidFill>
                  <a:srgbClr val="FFFF00"/>
                </a:solidFill>
                <a:latin typeface="Arial" panose="020B0604020202020204" pitchFamily="34" charset="0"/>
                <a:ea typeface="Inter Semi Bold" panose="020B0502030000000004" pitchFamily="34" charset="0"/>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Q&amp;A</a:t>
            </a:r>
          </a:p>
        </p:txBody>
      </p:sp>
      <p:pic>
        <p:nvPicPr>
          <p:cNvPr id="7" name="Picture 6">
            <a:extLst>
              <a:ext uri="{FF2B5EF4-FFF2-40B4-BE49-F238E27FC236}">
                <a16:creationId xmlns:a16="http://schemas.microsoft.com/office/drawing/2014/main" id="{ED861843-38B4-D148-99E5-9F4C3E2339E0}"/>
              </a:ext>
            </a:extLst>
          </p:cNvPr>
          <p:cNvPicPr>
            <a:picLocks noChangeAspect="1"/>
          </p:cNvPicPr>
          <p:nvPr userDrawn="1"/>
        </p:nvPicPr>
        <p:blipFill>
          <a:blip r:embed="rId3"/>
          <a:stretch>
            <a:fillRect/>
          </a:stretch>
        </p:blipFill>
        <p:spPr>
          <a:xfrm>
            <a:off x="10356850" y="0"/>
            <a:ext cx="190500" cy="6858000"/>
          </a:xfrm>
          <a:prstGeom prst="rect">
            <a:avLst/>
          </a:prstGeom>
        </p:spPr>
      </p:pic>
      <p:sp>
        <p:nvSpPr>
          <p:cNvPr id="3" name="Text Placeholder 2">
            <a:extLst>
              <a:ext uri="{FF2B5EF4-FFF2-40B4-BE49-F238E27FC236}">
                <a16:creationId xmlns:a16="http://schemas.microsoft.com/office/drawing/2014/main" id="{B1C7BC27-E701-EC4E-A29B-BA55A67673FA}"/>
              </a:ext>
            </a:extLst>
          </p:cNvPr>
          <p:cNvSpPr>
            <a:spLocks noGrp="1"/>
          </p:cNvSpPr>
          <p:nvPr>
            <p:ph type="body" sz="quarter" idx="12" hasCustomPrompt="1"/>
          </p:nvPr>
        </p:nvSpPr>
        <p:spPr>
          <a:xfrm rot="16200000">
            <a:off x="8847686" y="3603890"/>
            <a:ext cx="4985555" cy="643688"/>
          </a:xfrm>
          <a:prstGeom prst="rect">
            <a:avLst/>
          </a:prstGeom>
        </p:spPr>
        <p:txBody>
          <a:bodyPr anchor="ctr"/>
          <a:lstStyle>
            <a:lvl1pPr marL="0" indent="0">
              <a:lnSpc>
                <a:spcPct val="130000"/>
              </a:lnSpc>
              <a:spcBef>
                <a:spcPts val="0"/>
              </a:spcBef>
              <a:buNone/>
              <a:defRPr sz="1500" b="1" i="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buNone/>
              <a:defRPr sz="1500" b="0" i="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stStyle>
          <a:p>
            <a:pPr lvl="0"/>
            <a:r>
              <a:rPr lang="en-GB" dirty="0"/>
              <a:t>UŽ KIEKVIENOS TECHNOLOGIJOS – ŽMOGUS</a:t>
            </a:r>
            <a:endParaRPr lang="en-LT" dirty="0"/>
          </a:p>
        </p:txBody>
      </p:sp>
      <p:pic>
        <p:nvPicPr>
          <p:cNvPr id="4" name="Picture 3">
            <a:extLst>
              <a:ext uri="{FF2B5EF4-FFF2-40B4-BE49-F238E27FC236}">
                <a16:creationId xmlns:a16="http://schemas.microsoft.com/office/drawing/2014/main" id="{5B3236F9-E2AE-0F43-8E57-369CAB5520BE}"/>
              </a:ext>
            </a:extLst>
          </p:cNvPr>
          <p:cNvPicPr>
            <a:picLocks noChangeAspect="1"/>
          </p:cNvPicPr>
          <p:nvPr userDrawn="1"/>
        </p:nvPicPr>
        <p:blipFill rotWithShape="1">
          <a:blip r:embed="rId4"/>
          <a:srcRect t="3" r="14257" b="-238517"/>
          <a:stretch/>
        </p:blipFill>
        <p:spPr>
          <a:xfrm>
            <a:off x="0" y="958421"/>
            <a:ext cx="10453816" cy="128974"/>
          </a:xfrm>
          <a:prstGeom prst="rect">
            <a:avLst/>
          </a:prstGeom>
        </p:spPr>
      </p:pic>
      <p:pic>
        <p:nvPicPr>
          <p:cNvPr id="5" name="Picture 4">
            <a:extLst>
              <a:ext uri="{FF2B5EF4-FFF2-40B4-BE49-F238E27FC236}">
                <a16:creationId xmlns:a16="http://schemas.microsoft.com/office/drawing/2014/main" id="{5280B7D9-02D2-AC4C-8368-6F07A5A2E8F5}"/>
              </a:ext>
            </a:extLst>
          </p:cNvPr>
          <p:cNvPicPr>
            <a:picLocks noChangeAspect="1"/>
          </p:cNvPicPr>
          <p:nvPr userDrawn="1"/>
        </p:nvPicPr>
        <p:blipFill>
          <a:blip r:embed="rId5"/>
          <a:stretch>
            <a:fillRect/>
          </a:stretch>
        </p:blipFill>
        <p:spPr>
          <a:xfrm>
            <a:off x="7293495" y="858795"/>
            <a:ext cx="1104900" cy="254000"/>
          </a:xfrm>
          <a:prstGeom prst="rect">
            <a:avLst/>
          </a:prstGeom>
        </p:spPr>
      </p:pic>
    </p:spTree>
    <p:extLst>
      <p:ext uri="{BB962C8B-B14F-4D97-AF65-F5344CB8AC3E}">
        <p14:creationId xmlns:p14="http://schemas.microsoft.com/office/powerpoint/2010/main" val="2764757651"/>
      </p:ext>
    </p:extLst>
  </p:cSld>
  <p:clrMapOvr>
    <a:masterClrMapping/>
  </p:clrMapOvr>
  <p:extLst mod="1">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to">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2968082D-F45E-1B49-9FC3-AAC24B320736}"/>
              </a:ext>
            </a:extLst>
          </p:cNvPr>
          <p:cNvSpPr>
            <a:spLocks noGrp="1"/>
          </p:cNvSpPr>
          <p:nvPr>
            <p:ph type="pic" sz="quarter" idx="10"/>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571262370"/>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to_Antraštė_Balta">
    <p:bg>
      <p:bgPr>
        <a:solidFill>
          <a:schemeClr val="bg1"/>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50E515E2-7668-514A-A0B4-AC7D06DDB5FE}"/>
              </a:ext>
            </a:extLst>
          </p:cNvPr>
          <p:cNvSpPr>
            <a:spLocks noGrp="1"/>
          </p:cNvSpPr>
          <p:nvPr>
            <p:ph type="body" sz="quarter" idx="11" hasCustomPrompt="1"/>
          </p:nvPr>
        </p:nvSpPr>
        <p:spPr>
          <a:xfrm>
            <a:off x="641644" y="600737"/>
            <a:ext cx="9908045" cy="509636"/>
          </a:xfrm>
          <a:prstGeom prst="rect">
            <a:avLst/>
          </a:prstGeom>
        </p:spPr>
        <p:txBody>
          <a:bodyPr/>
          <a:lstStyle>
            <a:lvl1pPr marL="0" indent="0">
              <a:buNone/>
              <a:defRPr sz="30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sp>
        <p:nvSpPr>
          <p:cNvPr id="13" name="Picture Placeholder 3">
            <a:extLst>
              <a:ext uri="{FF2B5EF4-FFF2-40B4-BE49-F238E27FC236}">
                <a16:creationId xmlns:a16="http://schemas.microsoft.com/office/drawing/2014/main" id="{5F302F9B-B4B3-B045-8492-FFC9D530256C}"/>
              </a:ext>
            </a:extLst>
          </p:cNvPr>
          <p:cNvSpPr>
            <a:spLocks noGrp="1"/>
          </p:cNvSpPr>
          <p:nvPr>
            <p:ph type="pic" sz="quarter" idx="12"/>
          </p:nvPr>
        </p:nvSpPr>
        <p:spPr>
          <a:xfrm>
            <a:off x="0" y="1449388"/>
            <a:ext cx="12192000" cy="5408611"/>
          </a:xfrm>
          <a:prstGeom prst="rect">
            <a:avLst/>
          </a:prstGeom>
        </p:spPr>
        <p:txBody>
          <a:bodyPr/>
          <a:lstStyle/>
          <a:p>
            <a:endParaRPr lang="en-US"/>
          </a:p>
        </p:txBody>
      </p:sp>
    </p:spTree>
    <p:extLst>
      <p:ext uri="{BB962C8B-B14F-4D97-AF65-F5344CB8AC3E}">
        <p14:creationId xmlns:p14="http://schemas.microsoft.com/office/powerpoint/2010/main" val="1696790623"/>
      </p:ext>
    </p:extLst>
  </p:cSld>
  <p:clrMapOvr>
    <a:masterClrMapping/>
  </p:clrMapOvr>
  <p:extLst>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to_Antraštė_Juoda">
    <p:bg>
      <p:bgPr>
        <a:solidFill>
          <a:schemeClr val="tx1"/>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50E515E2-7668-514A-A0B4-AC7D06DDB5FE}"/>
              </a:ext>
            </a:extLst>
          </p:cNvPr>
          <p:cNvSpPr>
            <a:spLocks noGrp="1"/>
          </p:cNvSpPr>
          <p:nvPr>
            <p:ph type="body" sz="quarter" idx="11" hasCustomPrompt="1"/>
          </p:nvPr>
        </p:nvSpPr>
        <p:spPr>
          <a:xfrm>
            <a:off x="641644" y="600737"/>
            <a:ext cx="9908045" cy="509636"/>
          </a:xfrm>
          <a:prstGeom prst="rect">
            <a:avLst/>
          </a:prstGeom>
        </p:spPr>
        <p:txBody>
          <a:bodyPr/>
          <a:lstStyle>
            <a:lvl1pPr marL="0" indent="0">
              <a:buNone/>
              <a:defRPr sz="30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sp>
        <p:nvSpPr>
          <p:cNvPr id="13" name="Picture Placeholder 3">
            <a:extLst>
              <a:ext uri="{FF2B5EF4-FFF2-40B4-BE49-F238E27FC236}">
                <a16:creationId xmlns:a16="http://schemas.microsoft.com/office/drawing/2014/main" id="{5F302F9B-B4B3-B045-8492-FFC9D530256C}"/>
              </a:ext>
            </a:extLst>
          </p:cNvPr>
          <p:cNvSpPr>
            <a:spLocks noGrp="1"/>
          </p:cNvSpPr>
          <p:nvPr>
            <p:ph type="pic" sz="quarter" idx="12"/>
          </p:nvPr>
        </p:nvSpPr>
        <p:spPr>
          <a:xfrm>
            <a:off x="0" y="1449388"/>
            <a:ext cx="12192000" cy="5408611"/>
          </a:xfrm>
          <a:prstGeom prst="rect">
            <a:avLst/>
          </a:prstGeom>
        </p:spPr>
        <p:txBody>
          <a:bodyPr/>
          <a:lstStyle/>
          <a:p>
            <a:endParaRPr lang="en-US"/>
          </a:p>
        </p:txBody>
      </p:sp>
    </p:spTree>
    <p:extLst>
      <p:ext uri="{BB962C8B-B14F-4D97-AF65-F5344CB8AC3E}">
        <p14:creationId xmlns:p14="http://schemas.microsoft.com/office/powerpoint/2010/main" val="3830311098"/>
      </p:ext>
    </p:extLst>
  </p:cSld>
  <p:clrMapOvr>
    <a:masterClrMapping/>
  </p:clrMapOvr>
  <p:extLst>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vi_Foto_Juoda">
    <p:bg>
      <p:bgPr>
        <a:solidFill>
          <a:schemeClr val="tx1"/>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50E515E2-7668-514A-A0B4-AC7D06DDB5FE}"/>
              </a:ext>
            </a:extLst>
          </p:cNvPr>
          <p:cNvSpPr>
            <a:spLocks noGrp="1"/>
          </p:cNvSpPr>
          <p:nvPr>
            <p:ph type="body" sz="quarter" idx="11" hasCustomPrompt="1"/>
          </p:nvPr>
        </p:nvSpPr>
        <p:spPr>
          <a:xfrm>
            <a:off x="641644" y="600737"/>
            <a:ext cx="10908714" cy="509636"/>
          </a:xfrm>
          <a:prstGeom prst="rect">
            <a:avLst/>
          </a:prstGeom>
        </p:spPr>
        <p:txBody>
          <a:bodyPr/>
          <a:lstStyle>
            <a:lvl1pPr marL="0" indent="0">
              <a:buNone/>
              <a:defRPr sz="30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sp>
        <p:nvSpPr>
          <p:cNvPr id="6" name="Picture Placeholder 3">
            <a:extLst>
              <a:ext uri="{FF2B5EF4-FFF2-40B4-BE49-F238E27FC236}">
                <a16:creationId xmlns:a16="http://schemas.microsoft.com/office/drawing/2014/main" id="{45230BBD-D8AC-0545-A7D5-13382E10E93A}"/>
              </a:ext>
            </a:extLst>
          </p:cNvPr>
          <p:cNvSpPr>
            <a:spLocks noGrp="1"/>
          </p:cNvSpPr>
          <p:nvPr>
            <p:ph type="pic" sz="quarter" idx="14"/>
          </p:nvPr>
        </p:nvSpPr>
        <p:spPr>
          <a:xfrm>
            <a:off x="638177" y="1809749"/>
            <a:ext cx="5181597" cy="4333876"/>
          </a:xfrm>
          <a:prstGeom prst="rect">
            <a:avLst/>
          </a:prstGeom>
        </p:spPr>
        <p:txBody>
          <a:bodyPr/>
          <a:lstStyle/>
          <a:p>
            <a:endParaRPr lang="en-US"/>
          </a:p>
        </p:txBody>
      </p:sp>
      <p:sp>
        <p:nvSpPr>
          <p:cNvPr id="7" name="Picture Placeholder 3">
            <a:extLst>
              <a:ext uri="{FF2B5EF4-FFF2-40B4-BE49-F238E27FC236}">
                <a16:creationId xmlns:a16="http://schemas.microsoft.com/office/drawing/2014/main" id="{10D8EEC7-A4A8-754E-B0D5-1BD7DE8A8170}"/>
              </a:ext>
            </a:extLst>
          </p:cNvPr>
          <p:cNvSpPr>
            <a:spLocks noGrp="1"/>
          </p:cNvSpPr>
          <p:nvPr>
            <p:ph type="pic" sz="quarter" idx="15"/>
          </p:nvPr>
        </p:nvSpPr>
        <p:spPr>
          <a:xfrm>
            <a:off x="6368761" y="1809749"/>
            <a:ext cx="5181597" cy="4333876"/>
          </a:xfrm>
          <a:prstGeom prst="rect">
            <a:avLst/>
          </a:prstGeom>
        </p:spPr>
        <p:txBody>
          <a:bodyPr/>
          <a:lstStyle/>
          <a:p>
            <a:endParaRPr lang="en-US"/>
          </a:p>
        </p:txBody>
      </p:sp>
      <p:sp>
        <p:nvSpPr>
          <p:cNvPr id="9" name="Slide Number Placeholder 3">
            <a:extLst>
              <a:ext uri="{FF2B5EF4-FFF2-40B4-BE49-F238E27FC236}">
                <a16:creationId xmlns:a16="http://schemas.microsoft.com/office/drawing/2014/main" id="{B18BB3B5-113D-8548-9F2F-322C167FD2BE}"/>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Inter Semi Bold" panose="020B0502030000000004" pitchFamily="34" charset="0"/>
                <a:ea typeface="Inter Semi Bold" panose="020B0502030000000004" pitchFamily="34" charset="0"/>
                <a:cs typeface="Inter Semi Bold" panose="020B0502030000000004" pitchFamily="34" charset="0"/>
              </a:rPr>
              <a:pPr algn="ctr"/>
              <a:t>‹#›</a:t>
            </a:fld>
            <a:endParaRPr lang="en-US" sz="1400" b="1" i="0" dirty="0">
              <a:solidFill>
                <a:schemeClr val="bg1"/>
              </a:solidFill>
              <a:latin typeface="Inter Semi Bold" panose="020B0502030000000004" pitchFamily="34" charset="0"/>
              <a:ea typeface="Inter Semi Bold" panose="020B0502030000000004" pitchFamily="34" charset="0"/>
              <a:cs typeface="Inter Semi Bold" panose="020B0502030000000004" pitchFamily="34" charset="0"/>
            </a:endParaRPr>
          </a:p>
        </p:txBody>
      </p:sp>
    </p:spTree>
    <p:extLst>
      <p:ext uri="{BB962C8B-B14F-4D97-AF65-F5344CB8AC3E}">
        <p14:creationId xmlns:p14="http://schemas.microsoft.com/office/powerpoint/2010/main" val="3116550192"/>
      </p:ext>
    </p:extLst>
  </p:cSld>
  <p:clrMapOvr>
    <a:masterClrMapping/>
  </p:clrMapOvr>
  <p:extLst>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vi_Foto_Balta">
    <p:bg>
      <p:bgPr>
        <a:solidFill>
          <a:schemeClr val="bg1"/>
        </a:solidFill>
        <a:effectLst/>
      </p:bgPr>
    </p:bg>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50E515E2-7668-514A-A0B4-AC7D06DDB5FE}"/>
              </a:ext>
            </a:extLst>
          </p:cNvPr>
          <p:cNvSpPr>
            <a:spLocks noGrp="1"/>
          </p:cNvSpPr>
          <p:nvPr>
            <p:ph type="body" sz="quarter" idx="11" hasCustomPrompt="1"/>
          </p:nvPr>
        </p:nvSpPr>
        <p:spPr>
          <a:xfrm>
            <a:off x="641644" y="600737"/>
            <a:ext cx="10908714" cy="509636"/>
          </a:xfrm>
          <a:prstGeom prst="rect">
            <a:avLst/>
          </a:prstGeom>
        </p:spPr>
        <p:txBody>
          <a:bodyPr/>
          <a:lstStyle>
            <a:lvl1pPr marL="0" indent="0">
              <a:buNone/>
              <a:defRPr sz="30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Antraštė</a:t>
            </a:r>
            <a:endParaRPr lang="en-US" dirty="0"/>
          </a:p>
        </p:txBody>
      </p:sp>
      <p:sp>
        <p:nvSpPr>
          <p:cNvPr id="6" name="Picture Placeholder 3">
            <a:extLst>
              <a:ext uri="{FF2B5EF4-FFF2-40B4-BE49-F238E27FC236}">
                <a16:creationId xmlns:a16="http://schemas.microsoft.com/office/drawing/2014/main" id="{45230BBD-D8AC-0545-A7D5-13382E10E93A}"/>
              </a:ext>
            </a:extLst>
          </p:cNvPr>
          <p:cNvSpPr>
            <a:spLocks noGrp="1"/>
          </p:cNvSpPr>
          <p:nvPr>
            <p:ph type="pic" sz="quarter" idx="14"/>
          </p:nvPr>
        </p:nvSpPr>
        <p:spPr>
          <a:xfrm>
            <a:off x="638177" y="1809749"/>
            <a:ext cx="5181597" cy="4333876"/>
          </a:xfrm>
          <a:prstGeom prst="rect">
            <a:avLst/>
          </a:prstGeom>
        </p:spPr>
        <p:txBody>
          <a:bodyPr/>
          <a:lstStyle/>
          <a:p>
            <a:endParaRPr lang="en-US"/>
          </a:p>
        </p:txBody>
      </p:sp>
      <p:sp>
        <p:nvSpPr>
          <p:cNvPr id="7" name="Picture Placeholder 3">
            <a:extLst>
              <a:ext uri="{FF2B5EF4-FFF2-40B4-BE49-F238E27FC236}">
                <a16:creationId xmlns:a16="http://schemas.microsoft.com/office/drawing/2014/main" id="{10D8EEC7-A4A8-754E-B0D5-1BD7DE8A8170}"/>
              </a:ext>
            </a:extLst>
          </p:cNvPr>
          <p:cNvSpPr>
            <a:spLocks noGrp="1"/>
          </p:cNvSpPr>
          <p:nvPr>
            <p:ph type="pic" sz="quarter" idx="15"/>
          </p:nvPr>
        </p:nvSpPr>
        <p:spPr>
          <a:xfrm>
            <a:off x="6368761" y="1809749"/>
            <a:ext cx="5181597" cy="4333876"/>
          </a:xfrm>
          <a:prstGeom prst="rect">
            <a:avLst/>
          </a:prstGeom>
        </p:spPr>
        <p:txBody>
          <a:bodyPr/>
          <a:lstStyle/>
          <a:p>
            <a:endParaRPr lang="en-US"/>
          </a:p>
        </p:txBody>
      </p:sp>
      <p:sp>
        <p:nvSpPr>
          <p:cNvPr id="8" name="Slide Number Placeholder 3">
            <a:extLst>
              <a:ext uri="{FF2B5EF4-FFF2-40B4-BE49-F238E27FC236}">
                <a16:creationId xmlns:a16="http://schemas.microsoft.com/office/drawing/2014/main" id="{786F870C-64A2-4745-A31D-1B11AEC206B2}"/>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Inter Semi Bold" panose="020B0502030000000004" pitchFamily="34" charset="0"/>
                <a:ea typeface="Inter Semi Bold" panose="020B0502030000000004" pitchFamily="34" charset="0"/>
                <a:cs typeface="Inter Semi Bold" panose="020B0502030000000004" pitchFamily="34" charset="0"/>
              </a:rPr>
              <a:pPr algn="ctr"/>
              <a:t>‹#›</a:t>
            </a:fld>
            <a:endParaRPr lang="en-US" sz="1400" b="1" i="0" dirty="0">
              <a:solidFill>
                <a:schemeClr val="tx1"/>
              </a:solidFill>
              <a:latin typeface="Inter Semi Bold" panose="020B0502030000000004" pitchFamily="34" charset="0"/>
              <a:ea typeface="Inter Semi Bold" panose="020B0502030000000004" pitchFamily="34" charset="0"/>
              <a:cs typeface="Inter Semi Bold" panose="020B0502030000000004" pitchFamily="34" charset="0"/>
            </a:endParaRPr>
          </a:p>
        </p:txBody>
      </p:sp>
    </p:spTree>
    <p:extLst>
      <p:ext uri="{BB962C8B-B14F-4D97-AF65-F5344CB8AC3E}">
        <p14:creationId xmlns:p14="http://schemas.microsoft.com/office/powerpoint/2010/main" val="2001385822"/>
      </p:ext>
    </p:extLst>
  </p:cSld>
  <p:clrMapOvr>
    <a:masterClrMapping/>
  </p:clrMapOvr>
  <p:extLst>
    <p:ext uri="{DCECCB84-F9BA-43D5-87BE-67443E8EF086}">
      <p15:sldGuideLst xmlns:p15="http://schemas.microsoft.com/office/powerpoint/2012/main">
        <p15:guide id="1" orient="horz" pos="3702" userDrawn="1">
          <p15:clr>
            <a:srgbClr val="FBAE40"/>
          </p15:clr>
        </p15:guide>
        <p15:guide id="2" pos="1096" userDrawn="1">
          <p15:clr>
            <a:srgbClr val="FBAE40"/>
          </p15:clr>
        </p15:guide>
        <p15:guide id="3" pos="4384" userDrawn="1">
          <p15:clr>
            <a:srgbClr val="FBAE40"/>
          </p15:clr>
        </p15:guide>
        <p15:guide id="4" pos="2184" userDrawn="1">
          <p15:clr>
            <a:srgbClr val="FBAE40"/>
          </p15:clr>
        </p15:guide>
        <p15:guide id="5" pos="3296" userDrawn="1">
          <p15:clr>
            <a:srgbClr val="FBAE40"/>
          </p15:clr>
        </p15:guide>
        <p15:guide id="6" pos="5473" userDrawn="1">
          <p15:clr>
            <a:srgbClr val="FBAE40"/>
          </p15:clr>
        </p15:guide>
        <p15:guide id="8" pos="6584" userDrawn="1">
          <p15:clr>
            <a:srgbClr val="FBAE40"/>
          </p15:clr>
        </p15:guide>
        <p15:guide id="9" pos="6040" userDrawn="1">
          <p15:clr>
            <a:srgbClr val="FBAE40"/>
          </p15:clr>
        </p15:guide>
        <p15:guide id="10" orient="horz" pos="3090" userDrawn="1">
          <p15:clr>
            <a:srgbClr val="FBAE40"/>
          </p15:clr>
        </p15:guide>
        <p15:guide id="11" orient="horz" pos="1842" userDrawn="1">
          <p15:clr>
            <a:srgbClr val="FBAE40"/>
          </p15:clr>
        </p15:guide>
        <p15:guide id="12" orient="horz" pos="1230" userDrawn="1">
          <p15:clr>
            <a:srgbClr val="FBAE40"/>
          </p15:clr>
        </p15:guide>
        <p15:guide id="13" orient="horz" pos="913" userDrawn="1">
          <p15:clr>
            <a:srgbClr val="FBAE40"/>
          </p15:clr>
        </p15:guide>
        <p15:guide id="14" orient="horz" pos="618" userDrawn="1">
          <p15:clr>
            <a:srgbClr val="FBAE40"/>
          </p15:clr>
        </p15:guide>
        <p15:guide id="15" orient="horz" pos="2478" userDrawn="1">
          <p15:clr>
            <a:srgbClr val="FBAE40"/>
          </p15:clr>
        </p15:guide>
        <p15:guide id="16" pos="393" userDrawn="1">
          <p15:clr>
            <a:srgbClr val="FBAE40"/>
          </p15:clr>
        </p15:guide>
        <p15:guide id="17" orient="horz" pos="3929" userDrawn="1">
          <p15:clr>
            <a:srgbClr val="FBAE40"/>
          </p15:clr>
        </p15:guide>
        <p15:guide id="18" orient="horz" pos="3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to_Antraštė_Tekstas_Juoda">
    <p:bg>
      <p:bgPr>
        <a:solidFill>
          <a:schemeClr val="tx1"/>
        </a:solidFill>
        <a:effectLst/>
      </p:bgPr>
    </p:bg>
    <p:spTree>
      <p:nvGrpSpPr>
        <p:cNvPr id="1" name=""/>
        <p:cNvGrpSpPr/>
        <p:nvPr/>
      </p:nvGrpSpPr>
      <p:grpSpPr>
        <a:xfrm>
          <a:off x="0" y="0"/>
          <a:ext cx="0" cy="0"/>
          <a:chOff x="0" y="0"/>
          <a:chExt cx="0" cy="0"/>
        </a:xfrm>
      </p:grpSpPr>
      <p:sp>
        <p:nvSpPr>
          <p:cNvPr id="15" name="Text Placeholder 20">
            <a:extLst>
              <a:ext uri="{FF2B5EF4-FFF2-40B4-BE49-F238E27FC236}">
                <a16:creationId xmlns:a16="http://schemas.microsoft.com/office/drawing/2014/main" id="{B5F1E7A3-042D-1A41-A4EE-C4B741F2F954}"/>
              </a:ext>
            </a:extLst>
          </p:cNvPr>
          <p:cNvSpPr>
            <a:spLocks noGrp="1"/>
          </p:cNvSpPr>
          <p:nvPr>
            <p:ph type="body" sz="quarter" idx="16" hasCustomPrompt="1"/>
          </p:nvPr>
        </p:nvSpPr>
        <p:spPr>
          <a:xfrm>
            <a:off x="6735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6" name="Text Placeholder 4">
            <a:extLst>
              <a:ext uri="{FF2B5EF4-FFF2-40B4-BE49-F238E27FC236}">
                <a16:creationId xmlns:a16="http://schemas.microsoft.com/office/drawing/2014/main" id="{0393B77B-8341-1C44-8B13-EC418665B44B}"/>
              </a:ext>
            </a:extLst>
          </p:cNvPr>
          <p:cNvSpPr>
            <a:spLocks noGrp="1"/>
          </p:cNvSpPr>
          <p:nvPr>
            <p:ph type="body" sz="quarter" idx="18" hasCustomPrompt="1"/>
          </p:nvPr>
        </p:nvSpPr>
        <p:spPr>
          <a:xfrm>
            <a:off x="6737645" y="600737"/>
            <a:ext cx="4921173" cy="509636"/>
          </a:xfrm>
          <a:prstGeom prst="rect">
            <a:avLst/>
          </a:prstGeom>
        </p:spPr>
        <p:txBody>
          <a:bodyPr/>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
        <p:nvSpPr>
          <p:cNvPr id="19" name="Picture Placeholder 4">
            <a:extLst>
              <a:ext uri="{FF2B5EF4-FFF2-40B4-BE49-F238E27FC236}">
                <a16:creationId xmlns:a16="http://schemas.microsoft.com/office/drawing/2014/main" id="{87791077-CFD2-474A-ADBD-B95943A91900}"/>
              </a:ext>
            </a:extLst>
          </p:cNvPr>
          <p:cNvSpPr>
            <a:spLocks noGrp="1"/>
          </p:cNvSpPr>
          <p:nvPr>
            <p:ph type="pic" sz="quarter" idx="19"/>
          </p:nvPr>
        </p:nvSpPr>
        <p:spPr>
          <a:xfrm>
            <a:off x="1" y="1"/>
            <a:ext cx="6096000" cy="6858000"/>
          </a:xfrm>
          <a:prstGeom prst="rect">
            <a:avLst/>
          </a:prstGeom>
        </p:spPr>
        <p:txBody>
          <a:bodyPr/>
          <a:lstStyle/>
          <a:p>
            <a:endParaRPr lang="en-LT" dirty="0"/>
          </a:p>
        </p:txBody>
      </p:sp>
      <p:sp>
        <p:nvSpPr>
          <p:cNvPr id="6" name="Slide Number Placeholder 3">
            <a:extLst>
              <a:ext uri="{FF2B5EF4-FFF2-40B4-BE49-F238E27FC236}">
                <a16:creationId xmlns:a16="http://schemas.microsoft.com/office/drawing/2014/main" id="{3D9565FE-3CF5-C940-8534-EF27E7FE6B39}"/>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bg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2456432916"/>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to_Antraštė_Tekstas_Balta">
    <p:bg>
      <p:bgPr>
        <a:solidFill>
          <a:schemeClr val="bg1"/>
        </a:solidFill>
        <a:effectLst/>
      </p:bgPr>
    </p:bg>
    <p:spTree>
      <p:nvGrpSpPr>
        <p:cNvPr id="1" name=""/>
        <p:cNvGrpSpPr/>
        <p:nvPr/>
      </p:nvGrpSpPr>
      <p:grpSpPr>
        <a:xfrm>
          <a:off x="0" y="0"/>
          <a:ext cx="0" cy="0"/>
          <a:chOff x="0" y="0"/>
          <a:chExt cx="0" cy="0"/>
        </a:xfrm>
      </p:grpSpPr>
      <p:sp>
        <p:nvSpPr>
          <p:cNvPr id="23" name="Text Placeholder 20">
            <a:extLst>
              <a:ext uri="{FF2B5EF4-FFF2-40B4-BE49-F238E27FC236}">
                <a16:creationId xmlns:a16="http://schemas.microsoft.com/office/drawing/2014/main" id="{2E6D4784-2EA3-C74A-80A6-6E53A345902F}"/>
              </a:ext>
            </a:extLst>
          </p:cNvPr>
          <p:cNvSpPr>
            <a:spLocks noGrp="1"/>
          </p:cNvSpPr>
          <p:nvPr>
            <p:ph type="body" sz="quarter" idx="16" hasCustomPrompt="1"/>
          </p:nvPr>
        </p:nvSpPr>
        <p:spPr>
          <a:xfrm>
            <a:off x="6735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25" name="Text Placeholder 4">
            <a:extLst>
              <a:ext uri="{FF2B5EF4-FFF2-40B4-BE49-F238E27FC236}">
                <a16:creationId xmlns:a16="http://schemas.microsoft.com/office/drawing/2014/main" id="{5592035A-2271-5843-9AF4-E3E9FDCF0139}"/>
              </a:ext>
            </a:extLst>
          </p:cNvPr>
          <p:cNvSpPr>
            <a:spLocks noGrp="1"/>
          </p:cNvSpPr>
          <p:nvPr>
            <p:ph type="body" sz="quarter" idx="18" hasCustomPrompt="1"/>
          </p:nvPr>
        </p:nvSpPr>
        <p:spPr>
          <a:xfrm>
            <a:off x="6737645" y="600737"/>
            <a:ext cx="4921173" cy="509636"/>
          </a:xfrm>
          <a:prstGeom prst="rect">
            <a:avLst/>
          </a:prstGeom>
        </p:spPr>
        <p:txBody>
          <a:bodyPr/>
          <a:lstStyle>
            <a:lvl1pPr marL="0" indent="0">
              <a:buNone/>
              <a:defRPr sz="22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
        <p:nvSpPr>
          <p:cNvPr id="13" name="Picture Placeholder 4">
            <a:extLst>
              <a:ext uri="{FF2B5EF4-FFF2-40B4-BE49-F238E27FC236}">
                <a16:creationId xmlns:a16="http://schemas.microsoft.com/office/drawing/2014/main" id="{BFB2BAA7-03FA-7D45-B48B-16E2EB97900F}"/>
              </a:ext>
            </a:extLst>
          </p:cNvPr>
          <p:cNvSpPr>
            <a:spLocks noGrp="1"/>
          </p:cNvSpPr>
          <p:nvPr>
            <p:ph type="pic" sz="quarter" idx="19"/>
          </p:nvPr>
        </p:nvSpPr>
        <p:spPr>
          <a:xfrm>
            <a:off x="1" y="1"/>
            <a:ext cx="6096000" cy="6858000"/>
          </a:xfrm>
          <a:prstGeom prst="rect">
            <a:avLst/>
          </a:prstGeom>
        </p:spPr>
        <p:txBody>
          <a:bodyPr/>
          <a:lstStyle/>
          <a:p>
            <a:endParaRPr lang="en-LT" dirty="0"/>
          </a:p>
        </p:txBody>
      </p:sp>
      <p:sp>
        <p:nvSpPr>
          <p:cNvPr id="6" name="Slide Number Placeholder 3">
            <a:extLst>
              <a:ext uri="{FF2B5EF4-FFF2-40B4-BE49-F238E27FC236}">
                <a16:creationId xmlns:a16="http://schemas.microsoft.com/office/drawing/2014/main" id="{E960C207-DFB8-7C44-BEFE-3C8BB4B229DC}"/>
              </a:ext>
            </a:extLst>
          </p:cNvPr>
          <p:cNvSpPr txBox="1">
            <a:spLocks/>
          </p:cNvSpPr>
          <p:nvPr userDrawn="1"/>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4081787762"/>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ntraštė_Tekstas_Foto_Juoda">
    <p:bg>
      <p:bgPr>
        <a:solidFill>
          <a:schemeClr val="tx1"/>
        </a:solid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BFB2BAA7-03FA-7D45-B48B-16E2EB97900F}"/>
              </a:ext>
            </a:extLst>
          </p:cNvPr>
          <p:cNvSpPr>
            <a:spLocks noGrp="1"/>
          </p:cNvSpPr>
          <p:nvPr>
            <p:ph type="pic" sz="quarter" idx="19"/>
          </p:nvPr>
        </p:nvSpPr>
        <p:spPr>
          <a:xfrm>
            <a:off x="6096000" y="1"/>
            <a:ext cx="6096000" cy="6858000"/>
          </a:xfrm>
          <a:prstGeom prst="rect">
            <a:avLst/>
          </a:prstGeom>
        </p:spPr>
        <p:txBody>
          <a:bodyPr/>
          <a:lstStyle/>
          <a:p>
            <a:endParaRPr lang="en-LT" dirty="0"/>
          </a:p>
        </p:txBody>
      </p:sp>
      <p:sp>
        <p:nvSpPr>
          <p:cNvPr id="6" name="Text Placeholder 20">
            <a:extLst>
              <a:ext uri="{FF2B5EF4-FFF2-40B4-BE49-F238E27FC236}">
                <a16:creationId xmlns:a16="http://schemas.microsoft.com/office/drawing/2014/main" id="{66AC166F-BD2D-6D49-902E-EA2D168F6C1B}"/>
              </a:ext>
            </a:extLst>
          </p:cNvPr>
          <p:cNvSpPr>
            <a:spLocks noGrp="1"/>
          </p:cNvSpPr>
          <p:nvPr>
            <p:ph type="body" sz="quarter" idx="15" hasCustomPrompt="1"/>
          </p:nvPr>
        </p:nvSpPr>
        <p:spPr>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7" name="Text Placeholder 4">
            <a:extLst>
              <a:ext uri="{FF2B5EF4-FFF2-40B4-BE49-F238E27FC236}">
                <a16:creationId xmlns:a16="http://schemas.microsoft.com/office/drawing/2014/main" id="{C1CCD885-C1EB-3A48-B8A0-CC1F23EEB6AE}"/>
              </a:ext>
            </a:extLst>
          </p:cNvPr>
          <p:cNvSpPr>
            <a:spLocks noGrp="1"/>
          </p:cNvSpPr>
          <p:nvPr>
            <p:ph type="body" sz="quarter" idx="11" hasCustomPrompt="1"/>
          </p:nvPr>
        </p:nvSpPr>
        <p:spPr>
          <a:xfrm>
            <a:off x="641645" y="600737"/>
            <a:ext cx="4921173" cy="509636"/>
          </a:xfrm>
          <a:prstGeom prst="rect">
            <a:avLst/>
          </a:prstGeom>
        </p:spPr>
        <p:txBody>
          <a:bodyPr/>
          <a:lstStyle>
            <a:lvl1pPr marL="0" indent="0">
              <a:buNone/>
              <a:defRPr sz="2200" b="1" i="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Tree>
    <p:extLst>
      <p:ext uri="{BB962C8B-B14F-4D97-AF65-F5344CB8AC3E}">
        <p14:creationId xmlns:p14="http://schemas.microsoft.com/office/powerpoint/2010/main" val="1562306216"/>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ntraštė_Tekstas_Foto_Balta">
    <p:bg>
      <p:bgPr>
        <a:solidFill>
          <a:schemeClr val="bg1"/>
        </a:solidFill>
        <a:effectLst/>
      </p:bgPr>
    </p:bg>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BFB2BAA7-03FA-7D45-B48B-16E2EB97900F}"/>
              </a:ext>
            </a:extLst>
          </p:cNvPr>
          <p:cNvSpPr>
            <a:spLocks noGrp="1"/>
          </p:cNvSpPr>
          <p:nvPr>
            <p:ph type="pic" sz="quarter" idx="19"/>
          </p:nvPr>
        </p:nvSpPr>
        <p:spPr>
          <a:xfrm>
            <a:off x="6096000" y="1"/>
            <a:ext cx="6096000" cy="6858000"/>
          </a:xfrm>
          <a:prstGeom prst="rect">
            <a:avLst/>
          </a:prstGeom>
        </p:spPr>
        <p:txBody>
          <a:bodyPr/>
          <a:lstStyle/>
          <a:p>
            <a:endParaRPr lang="en-LT" dirty="0"/>
          </a:p>
        </p:txBody>
      </p:sp>
      <p:sp>
        <p:nvSpPr>
          <p:cNvPr id="6" name="Text Placeholder 20">
            <a:extLst>
              <a:ext uri="{FF2B5EF4-FFF2-40B4-BE49-F238E27FC236}">
                <a16:creationId xmlns:a16="http://schemas.microsoft.com/office/drawing/2014/main" id="{66AC166F-BD2D-6D49-902E-EA2D168F6C1B}"/>
              </a:ext>
            </a:extLst>
          </p:cNvPr>
          <p:cNvSpPr>
            <a:spLocks noGrp="1"/>
          </p:cNvSpPr>
          <p:nvPr>
            <p:ph type="body" sz="quarter" idx="15" hasCustomPrompt="1"/>
          </p:nvPr>
        </p:nvSpPr>
        <p:spPr>
          <a:xfrm>
            <a:off x="639930" y="2924175"/>
            <a:ext cx="4922888" cy="3311169"/>
          </a:xfrm>
          <a:prstGeom prst="rect">
            <a:avLst/>
          </a:prstGeom>
        </p:spPr>
        <p:txBody>
          <a:bodyPr anchor="t"/>
          <a:lstStyle>
            <a:lvl1pPr marL="0" indent="0">
              <a:lnSpc>
                <a:spcPct val="110000"/>
              </a:lnSpc>
              <a:spcBef>
                <a:spcPts val="0"/>
              </a:spcBef>
              <a:spcAft>
                <a:spcPts val="0"/>
              </a:spcAft>
              <a:buFont typeface="+mj-lt"/>
              <a:buNone/>
              <a:defRPr sz="16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7" name="Text Placeholder 4">
            <a:extLst>
              <a:ext uri="{FF2B5EF4-FFF2-40B4-BE49-F238E27FC236}">
                <a16:creationId xmlns:a16="http://schemas.microsoft.com/office/drawing/2014/main" id="{C1CCD885-C1EB-3A48-B8A0-CC1F23EEB6AE}"/>
              </a:ext>
            </a:extLst>
          </p:cNvPr>
          <p:cNvSpPr>
            <a:spLocks noGrp="1"/>
          </p:cNvSpPr>
          <p:nvPr>
            <p:ph type="body" sz="quarter" idx="11" hasCustomPrompt="1"/>
          </p:nvPr>
        </p:nvSpPr>
        <p:spPr>
          <a:xfrm>
            <a:off x="641645" y="600737"/>
            <a:ext cx="4921173" cy="509636"/>
          </a:xfrm>
          <a:prstGeom prst="rect">
            <a:avLst/>
          </a:prstGeom>
        </p:spPr>
        <p:txBody>
          <a:bodyPr/>
          <a:lstStyle>
            <a:lvl1pPr marL="0" indent="0">
              <a:buNone/>
              <a:defRPr sz="2200" b="1" i="0">
                <a:solidFill>
                  <a:schemeClr val="tx1"/>
                </a:solidFill>
                <a:latin typeface="Arial" panose="020B0604020202020204" pitchFamily="34" charset="0"/>
                <a:ea typeface="Inter Semi Bold" panose="020B05020300000000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ANTRAŠTĖ</a:t>
            </a:r>
          </a:p>
        </p:txBody>
      </p:sp>
    </p:spTree>
    <p:extLst>
      <p:ext uri="{BB962C8B-B14F-4D97-AF65-F5344CB8AC3E}">
        <p14:creationId xmlns:p14="http://schemas.microsoft.com/office/powerpoint/2010/main" val="3322117946"/>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oto_Antraštė_Keturios dalys">
    <p:bg>
      <p:bgPr>
        <a:solidFill>
          <a:schemeClr val="bg1"/>
        </a:solidFill>
        <a:effectLst/>
      </p:bgPr>
    </p:bg>
    <p:spTree>
      <p:nvGrpSpPr>
        <p:cNvPr id="1" name=""/>
        <p:cNvGrpSpPr/>
        <p:nvPr/>
      </p:nvGrpSpPr>
      <p:grpSpPr>
        <a:xfrm>
          <a:off x="0" y="0"/>
          <a:ext cx="0" cy="0"/>
          <a:chOff x="0" y="0"/>
          <a:chExt cx="0" cy="0"/>
        </a:xfrm>
      </p:grpSpPr>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8" name="Picture Placeholder 4">
            <a:extLst>
              <a:ext uri="{FF2B5EF4-FFF2-40B4-BE49-F238E27FC236}">
                <a16:creationId xmlns:a16="http://schemas.microsoft.com/office/drawing/2014/main" id="{D95773F8-D068-1F4A-994E-CAA5A3CA9D73}"/>
              </a:ext>
            </a:extLst>
          </p:cNvPr>
          <p:cNvSpPr>
            <a:spLocks noGrp="1"/>
          </p:cNvSpPr>
          <p:nvPr>
            <p:ph type="pic" sz="quarter" idx="19"/>
          </p:nvPr>
        </p:nvSpPr>
        <p:spPr>
          <a:xfrm>
            <a:off x="0" y="3429001"/>
            <a:ext cx="6096000" cy="3428997"/>
          </a:xfrm>
          <a:prstGeom prst="rect">
            <a:avLst/>
          </a:prstGeom>
        </p:spPr>
        <p:txBody>
          <a:bodyPr/>
          <a:lstStyle/>
          <a:p>
            <a:endParaRPr lang="en-LT" dirty="0"/>
          </a:p>
        </p:txBody>
      </p:sp>
      <p:sp>
        <p:nvSpPr>
          <p:cNvPr id="11" name="Picture Placeholder 4">
            <a:extLst>
              <a:ext uri="{FF2B5EF4-FFF2-40B4-BE49-F238E27FC236}">
                <a16:creationId xmlns:a16="http://schemas.microsoft.com/office/drawing/2014/main" id="{52F83555-CE96-6D4C-89FF-4953A94371F1}"/>
              </a:ext>
            </a:extLst>
          </p:cNvPr>
          <p:cNvSpPr>
            <a:spLocks noGrp="1"/>
          </p:cNvSpPr>
          <p:nvPr>
            <p:ph type="pic" sz="quarter" idx="20"/>
          </p:nvPr>
        </p:nvSpPr>
        <p:spPr>
          <a:xfrm>
            <a:off x="6096000" y="1"/>
            <a:ext cx="6096000" cy="3428997"/>
          </a:xfrm>
          <a:prstGeom prst="rect">
            <a:avLst/>
          </a:prstGeom>
        </p:spPr>
        <p:txBody>
          <a:bodyPr/>
          <a:lstStyle/>
          <a:p>
            <a:endParaRPr lang="en-LT" dirty="0"/>
          </a:p>
        </p:txBody>
      </p:sp>
    </p:spTree>
    <p:extLst>
      <p:ext uri="{BB962C8B-B14F-4D97-AF65-F5344CB8AC3E}">
        <p14:creationId xmlns:p14="http://schemas.microsoft.com/office/powerpoint/2010/main" val="2989932070"/>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Foto_Antraštė_Keturios dalys">
    <p:bg>
      <p:bgPr>
        <a:solidFill>
          <a:schemeClr val="tx1"/>
        </a:solidFill>
        <a:effectLst/>
      </p:bgPr>
    </p:bg>
    <p:spTree>
      <p:nvGrpSpPr>
        <p:cNvPr id="1" name=""/>
        <p:cNvGrpSpPr/>
        <p:nvPr/>
      </p:nvGrpSpPr>
      <p:grpSpPr>
        <a:xfrm>
          <a:off x="0" y="0"/>
          <a:ext cx="0" cy="0"/>
          <a:chOff x="0" y="0"/>
          <a:chExt cx="0" cy="0"/>
        </a:xfrm>
      </p:grpSpPr>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342900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8" name="Picture Placeholder 4">
            <a:extLst>
              <a:ext uri="{FF2B5EF4-FFF2-40B4-BE49-F238E27FC236}">
                <a16:creationId xmlns:a16="http://schemas.microsoft.com/office/drawing/2014/main" id="{D95773F8-D068-1F4A-994E-CAA5A3CA9D73}"/>
              </a:ext>
            </a:extLst>
          </p:cNvPr>
          <p:cNvSpPr>
            <a:spLocks noGrp="1"/>
          </p:cNvSpPr>
          <p:nvPr>
            <p:ph type="pic" sz="quarter" idx="19"/>
          </p:nvPr>
        </p:nvSpPr>
        <p:spPr>
          <a:xfrm>
            <a:off x="0" y="3429001"/>
            <a:ext cx="6096000" cy="3428997"/>
          </a:xfrm>
          <a:prstGeom prst="rect">
            <a:avLst/>
          </a:prstGeom>
        </p:spPr>
        <p:txBody>
          <a:bodyPr/>
          <a:lstStyle/>
          <a:p>
            <a:endParaRPr lang="en-LT" dirty="0"/>
          </a:p>
        </p:txBody>
      </p:sp>
      <p:sp>
        <p:nvSpPr>
          <p:cNvPr id="11" name="Picture Placeholder 4">
            <a:extLst>
              <a:ext uri="{FF2B5EF4-FFF2-40B4-BE49-F238E27FC236}">
                <a16:creationId xmlns:a16="http://schemas.microsoft.com/office/drawing/2014/main" id="{52F83555-CE96-6D4C-89FF-4953A94371F1}"/>
              </a:ext>
            </a:extLst>
          </p:cNvPr>
          <p:cNvSpPr>
            <a:spLocks noGrp="1"/>
          </p:cNvSpPr>
          <p:nvPr>
            <p:ph type="pic" sz="quarter" idx="20"/>
          </p:nvPr>
        </p:nvSpPr>
        <p:spPr>
          <a:xfrm>
            <a:off x="6096000" y="1"/>
            <a:ext cx="6096000" cy="3428997"/>
          </a:xfrm>
          <a:prstGeom prst="rect">
            <a:avLst/>
          </a:prstGeom>
        </p:spPr>
        <p:txBody>
          <a:bodyPr/>
          <a:lstStyle/>
          <a:p>
            <a:endParaRPr lang="en-LT" dirty="0"/>
          </a:p>
        </p:txBody>
      </p:sp>
    </p:spTree>
    <p:extLst>
      <p:ext uri="{BB962C8B-B14F-4D97-AF65-F5344CB8AC3E}">
        <p14:creationId xmlns:p14="http://schemas.microsoft.com/office/powerpoint/2010/main" val="3899158391"/>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Foto_Antraštė_Keturios dalys">
    <p:bg>
      <p:bgPr>
        <a:solidFill>
          <a:schemeClr val="bg1"/>
        </a:solidFill>
        <a:effectLst/>
      </p:bgPr>
    </p: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D95773F8-D068-1F4A-994E-CAA5A3CA9D73}"/>
              </a:ext>
            </a:extLst>
          </p:cNvPr>
          <p:cNvSpPr>
            <a:spLocks noGrp="1"/>
          </p:cNvSpPr>
          <p:nvPr>
            <p:ph type="pic" sz="quarter" idx="19"/>
          </p:nvPr>
        </p:nvSpPr>
        <p:spPr>
          <a:xfrm>
            <a:off x="0" y="1"/>
            <a:ext cx="6096000" cy="3428997"/>
          </a:xfrm>
          <a:prstGeom prst="rect">
            <a:avLst/>
          </a:prstGeom>
        </p:spPr>
        <p:txBody>
          <a:bodyPr/>
          <a:lstStyle/>
          <a:p>
            <a:endParaRPr lang="en-LT" dirty="0"/>
          </a:p>
        </p:txBody>
      </p:sp>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3428998"/>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tx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1" name="Picture Placeholder 4">
            <a:extLst>
              <a:ext uri="{FF2B5EF4-FFF2-40B4-BE49-F238E27FC236}">
                <a16:creationId xmlns:a16="http://schemas.microsoft.com/office/drawing/2014/main" id="{52F83555-CE96-6D4C-89FF-4953A94371F1}"/>
              </a:ext>
            </a:extLst>
          </p:cNvPr>
          <p:cNvSpPr>
            <a:spLocks noGrp="1"/>
          </p:cNvSpPr>
          <p:nvPr>
            <p:ph type="pic" sz="quarter" idx="20"/>
          </p:nvPr>
        </p:nvSpPr>
        <p:spPr>
          <a:xfrm>
            <a:off x="6096000" y="3429003"/>
            <a:ext cx="6096000" cy="3428997"/>
          </a:xfrm>
          <a:prstGeom prst="rect">
            <a:avLst/>
          </a:prstGeom>
        </p:spPr>
        <p:txBody>
          <a:bodyPr/>
          <a:lstStyle/>
          <a:p>
            <a:endParaRPr lang="en-LT" dirty="0"/>
          </a:p>
        </p:txBody>
      </p:sp>
    </p:spTree>
    <p:extLst>
      <p:ext uri="{BB962C8B-B14F-4D97-AF65-F5344CB8AC3E}">
        <p14:creationId xmlns:p14="http://schemas.microsoft.com/office/powerpoint/2010/main" val="4197057146"/>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Foto_Antraštė_Keturios dalys">
    <p:bg>
      <p:bgPr>
        <a:solidFill>
          <a:schemeClr val="tx1"/>
        </a:solidFill>
        <a:effectLst/>
      </p:bgPr>
    </p: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D95773F8-D068-1F4A-994E-CAA5A3CA9D73}"/>
              </a:ext>
            </a:extLst>
          </p:cNvPr>
          <p:cNvSpPr>
            <a:spLocks noGrp="1"/>
          </p:cNvSpPr>
          <p:nvPr>
            <p:ph type="pic" sz="quarter" idx="19"/>
          </p:nvPr>
        </p:nvSpPr>
        <p:spPr>
          <a:xfrm>
            <a:off x="0" y="1"/>
            <a:ext cx="6096000" cy="3428997"/>
          </a:xfrm>
          <a:prstGeom prst="rect">
            <a:avLst/>
          </a:prstGeom>
        </p:spPr>
        <p:txBody>
          <a:bodyPr/>
          <a:lstStyle/>
          <a:p>
            <a:endParaRPr lang="en-LT" dirty="0"/>
          </a:p>
        </p:txBody>
      </p:sp>
      <p:sp>
        <p:nvSpPr>
          <p:cNvPr id="16" name="Text Placeholder 20">
            <a:extLst>
              <a:ext uri="{FF2B5EF4-FFF2-40B4-BE49-F238E27FC236}">
                <a16:creationId xmlns:a16="http://schemas.microsoft.com/office/drawing/2014/main" id="{69113ABE-874B-0647-8AAD-DE5BA4A26CCF}"/>
              </a:ext>
            </a:extLst>
          </p:cNvPr>
          <p:cNvSpPr>
            <a:spLocks noGrp="1"/>
          </p:cNvSpPr>
          <p:nvPr>
            <p:ph type="body" sz="quarter" idx="16" hasCustomPrompt="1"/>
          </p:nvPr>
        </p:nvSpPr>
        <p:spPr>
          <a:xfrm>
            <a:off x="863597" y="3428998"/>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9" name="Text Placeholder 20">
            <a:extLst>
              <a:ext uri="{FF2B5EF4-FFF2-40B4-BE49-F238E27FC236}">
                <a16:creationId xmlns:a16="http://schemas.microsoft.com/office/drawing/2014/main" id="{BAFEA5EF-7EB5-B242-B569-0521DECA7C5F}"/>
              </a:ext>
            </a:extLst>
          </p:cNvPr>
          <p:cNvSpPr>
            <a:spLocks noGrp="1"/>
          </p:cNvSpPr>
          <p:nvPr>
            <p:ph type="body" sz="quarter" idx="17" hasCustomPrompt="1"/>
          </p:nvPr>
        </p:nvSpPr>
        <p:spPr>
          <a:xfrm>
            <a:off x="6959600" y="0"/>
            <a:ext cx="4534568" cy="3428998"/>
          </a:xfrm>
          <a:prstGeom prst="rect">
            <a:avLst/>
          </a:prstGeom>
        </p:spPr>
        <p:txBody>
          <a:bodyPr anchor="ctr"/>
          <a:lstStyle>
            <a:lvl1pPr marL="0" indent="0">
              <a:lnSpc>
                <a:spcPct val="110000"/>
              </a:lnSpc>
              <a:spcBef>
                <a:spcPts val="0"/>
              </a:spcBef>
              <a:spcAft>
                <a:spcPts val="0"/>
              </a:spcAft>
              <a:buFont typeface="+mj-lt"/>
              <a:buNone/>
              <a:defRPr sz="2200" b="0" i="0">
                <a:solidFill>
                  <a:schemeClr val="bg1"/>
                </a:solidFill>
                <a:latin typeface="Arial" panose="020B0604020202020204" pitchFamily="34" charset="0"/>
                <a:ea typeface="Inter" panose="020B0502030000000004" pitchFamily="34" charset="0"/>
                <a:cs typeface="Arial" panose="020B0604020202020204" pitchFamily="34" charset="0"/>
              </a:defRPr>
            </a:lvl1pPr>
          </a:lstStyle>
          <a:p>
            <a:pPr lvl="0"/>
            <a:r>
              <a:rPr lang="lt-LT" dirty="0"/>
              <a:t>Tekstas</a:t>
            </a:r>
          </a:p>
          <a:p>
            <a:pPr lvl="0"/>
            <a:r>
              <a:rPr lang="lt-LT" dirty="0"/>
              <a:t>antra eilutė</a:t>
            </a:r>
          </a:p>
        </p:txBody>
      </p:sp>
      <p:sp>
        <p:nvSpPr>
          <p:cNvPr id="11" name="Picture Placeholder 4">
            <a:extLst>
              <a:ext uri="{FF2B5EF4-FFF2-40B4-BE49-F238E27FC236}">
                <a16:creationId xmlns:a16="http://schemas.microsoft.com/office/drawing/2014/main" id="{52F83555-CE96-6D4C-89FF-4953A94371F1}"/>
              </a:ext>
            </a:extLst>
          </p:cNvPr>
          <p:cNvSpPr>
            <a:spLocks noGrp="1"/>
          </p:cNvSpPr>
          <p:nvPr>
            <p:ph type="pic" sz="quarter" idx="20"/>
          </p:nvPr>
        </p:nvSpPr>
        <p:spPr>
          <a:xfrm>
            <a:off x="6096000" y="3429003"/>
            <a:ext cx="6096000" cy="3428997"/>
          </a:xfrm>
          <a:prstGeom prst="rect">
            <a:avLst/>
          </a:prstGeom>
        </p:spPr>
        <p:txBody>
          <a:bodyPr/>
          <a:lstStyle/>
          <a:p>
            <a:endParaRPr lang="en-LT" dirty="0"/>
          </a:p>
        </p:txBody>
      </p:sp>
    </p:spTree>
    <p:extLst>
      <p:ext uri="{BB962C8B-B14F-4D97-AF65-F5344CB8AC3E}">
        <p14:creationId xmlns:p14="http://schemas.microsoft.com/office/powerpoint/2010/main" val="1911777476"/>
      </p:ext>
    </p:extLst>
  </p:cSld>
  <p:clrMapOvr>
    <a:masterClrMapping/>
  </p:clrMapOvr>
  <p:extLst>
    <p:ext uri="{DCECCB84-F9BA-43D5-87BE-67443E8EF086}">
      <p15:sldGuideLst xmlns:p15="http://schemas.microsoft.com/office/powerpoint/2012/main">
        <p15:guide id="1" orient="horz" pos="3702">
          <p15:clr>
            <a:srgbClr val="FBAE40"/>
          </p15:clr>
        </p15:guide>
        <p15:guide id="2" pos="1096">
          <p15:clr>
            <a:srgbClr val="FBAE40"/>
          </p15:clr>
        </p15:guide>
        <p15:guide id="3" pos="4384">
          <p15:clr>
            <a:srgbClr val="FBAE40"/>
          </p15:clr>
        </p15:guide>
        <p15:guide id="4" pos="2184">
          <p15:clr>
            <a:srgbClr val="FBAE40"/>
          </p15:clr>
        </p15:guide>
        <p15:guide id="5" pos="3296">
          <p15:clr>
            <a:srgbClr val="FBAE40"/>
          </p15:clr>
        </p15:guide>
        <p15:guide id="6" pos="5473">
          <p15:clr>
            <a:srgbClr val="FBAE40"/>
          </p15:clr>
        </p15:guide>
        <p15:guide id="8" pos="6584">
          <p15:clr>
            <a:srgbClr val="FBAE40"/>
          </p15:clr>
        </p15:guide>
        <p15:guide id="9" pos="6040">
          <p15:clr>
            <a:srgbClr val="FBAE40"/>
          </p15:clr>
        </p15:guide>
        <p15:guide id="10" orient="horz" pos="3090">
          <p15:clr>
            <a:srgbClr val="FBAE40"/>
          </p15:clr>
        </p15:guide>
        <p15:guide id="11" orient="horz" pos="1842">
          <p15:clr>
            <a:srgbClr val="FBAE40"/>
          </p15:clr>
        </p15:guide>
        <p15:guide id="12" orient="horz" pos="1230">
          <p15:clr>
            <a:srgbClr val="FBAE40"/>
          </p15:clr>
        </p15:guide>
        <p15:guide id="13" orient="horz" pos="913">
          <p15:clr>
            <a:srgbClr val="FBAE40"/>
          </p15:clr>
        </p15:guide>
        <p15:guide id="14" orient="horz" pos="618">
          <p15:clr>
            <a:srgbClr val="FBAE40"/>
          </p15:clr>
        </p15:guide>
        <p15:guide id="15" orient="horz" pos="2478">
          <p15:clr>
            <a:srgbClr val="FBAE40"/>
          </p15:clr>
        </p15:guide>
        <p15:guide id="16" pos="393">
          <p15:clr>
            <a:srgbClr val="FBAE40"/>
          </p15:clr>
        </p15:guide>
        <p15:guide id="17" orient="horz" pos="3929">
          <p15:clr>
            <a:srgbClr val="FBAE40"/>
          </p15:clr>
        </p15:guide>
        <p15:guide id="18" orient="horz" pos="368">
          <p15:clr>
            <a:srgbClr val="FBAE40"/>
          </p15:clr>
        </p15:guide>
        <p15:guide id="19"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agrama_Juodas fonas">
    <p:bg>
      <p:bgPr>
        <a:solidFill>
          <a:schemeClr val="tx1"/>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AB4F772-2275-974B-AA4E-C0D2280B6421}"/>
              </a:ext>
            </a:extLst>
          </p:cNvPr>
          <p:cNvSpPr txBox="1"/>
          <p:nvPr userDrawn="1"/>
        </p:nvSpPr>
        <p:spPr>
          <a:xfrm>
            <a:off x="1279922" y="403225"/>
            <a:ext cx="9632156" cy="1988878"/>
          </a:xfrm>
          <a:prstGeom prst="rect">
            <a:avLst/>
          </a:prstGeom>
          <a:noFill/>
        </p:spPr>
        <p:txBody>
          <a:bodyPr wrap="square" rtlCol="0">
            <a:spAutoFit/>
          </a:bodyPr>
          <a:lstStyle/>
          <a:p>
            <a:pPr algn="ctr">
              <a:lnSpc>
                <a:spcPct val="110000"/>
              </a:lnSpc>
              <a:spcAft>
                <a:spcPts val="1200"/>
              </a:spcAft>
            </a:pPr>
            <a:r>
              <a:rPr lang="en-GB" sz="1800" b="1" i="0"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SVARBU (ŠITA SKAIDRĖ NĖRA ŠABLONO DALIS)</a:t>
            </a:r>
            <a:endParaRPr lang="lt-LT" b="1" i="0" dirty="0">
              <a:solidFill>
                <a:srgbClr val="FFFF00"/>
              </a:solidFill>
              <a:latin typeface="Arial" panose="020B0604020202020204" pitchFamily="34" charset="0"/>
              <a:ea typeface="Inter" panose="020B0502030000000004" pitchFamily="34" charset="0"/>
              <a:cs typeface="Arial" panose="020B0604020202020204" pitchFamily="34" charset="0"/>
            </a:endParaRPr>
          </a:p>
          <a:p>
            <a:pPr algn="ctr">
              <a:lnSpc>
                <a:spcPct val="110000"/>
              </a:lnSpc>
              <a:spcAft>
                <a:spcPts val="1200"/>
              </a:spcAft>
            </a:pPr>
            <a:r>
              <a:rPr lang="lt-LT" b="0" i="0" dirty="0">
                <a:solidFill>
                  <a:schemeClr val="bg1"/>
                </a:solidFill>
                <a:latin typeface="Arial" panose="020B0604020202020204" pitchFamily="34" charset="0"/>
                <a:ea typeface="Inter" panose="020B0502030000000004" pitchFamily="34" charset="0"/>
                <a:cs typeface="Arial" panose="020B0604020202020204" pitchFamily="34" charset="0"/>
              </a:rPr>
              <a:t>Nusikopijuokite diagramą:</a:t>
            </a:r>
          </a:p>
          <a:p>
            <a:pPr algn="ctr">
              <a:lnSpc>
                <a:spcPct val="110000"/>
              </a:lnSpc>
              <a:spcAft>
                <a:spcPts val="1200"/>
              </a:spcAft>
            </a:pP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1.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Nueikite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į</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View panel </a:t>
            </a: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2.</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Slide Master </a:t>
            </a: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3.</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Nusikopijuokite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diagramą</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r>
            <a:b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b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4.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Uždarykite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Slide Master</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Normal</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5.</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Įklijuokite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diagramą</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savo</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skaidrėje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a:t>
            </a:r>
            <a:endParaRPr lang="lt-LT"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endParaRPr>
          </a:p>
          <a:p>
            <a:pPr algn="ctr">
              <a:lnSpc>
                <a:spcPct val="110000"/>
              </a:lnSpc>
              <a:spcAft>
                <a:spcPts val="1200"/>
              </a:spcAft>
            </a:pPr>
            <a:r>
              <a:rPr lang="lt-LT" b="1" i="0" dirty="0">
                <a:solidFill>
                  <a:schemeClr val="bg1"/>
                </a:solidFill>
                <a:latin typeface="Arial" panose="020B0604020202020204" pitchFamily="34" charset="0"/>
                <a:ea typeface="Inter Semi Bold" panose="020B0502030000000004" pitchFamily="34" charset="0"/>
                <a:cs typeface="Arial" panose="020B0604020202020204" pitchFamily="34" charset="0"/>
              </a:rPr>
              <a:t>Visos kitos diagramos turi būti kuriamos remiantis esama stilistika.</a:t>
            </a:r>
            <a:endParaRPr lang="en-US" b="1" i="0" dirty="0">
              <a:solidFill>
                <a:schemeClr val="bg1"/>
              </a:solidFill>
              <a:latin typeface="Arial" panose="020B0604020202020204" pitchFamily="34" charset="0"/>
              <a:ea typeface="Inter Semi Bold" panose="020B0502030000000004" pitchFamily="34" charset="0"/>
              <a:cs typeface="Arial" panose="020B0604020202020204" pitchFamily="34" charset="0"/>
            </a:endParaRPr>
          </a:p>
        </p:txBody>
      </p:sp>
      <p:graphicFrame>
        <p:nvGraphicFramePr>
          <p:cNvPr id="7" name="Chart 6">
            <a:extLst>
              <a:ext uri="{FF2B5EF4-FFF2-40B4-BE49-F238E27FC236}">
                <a16:creationId xmlns:a16="http://schemas.microsoft.com/office/drawing/2014/main" id="{0ECDE41A-C15A-8C4B-A12D-1A07B994E01E}"/>
              </a:ext>
            </a:extLst>
          </p:cNvPr>
          <p:cNvGraphicFramePr/>
          <p:nvPr userDrawn="1">
            <p:extLst>
              <p:ext uri="{D42A27DB-BD31-4B8C-83A1-F6EECF244321}">
                <p14:modId xmlns:p14="http://schemas.microsoft.com/office/powerpoint/2010/main" val="983733450"/>
              </p:ext>
            </p:extLst>
          </p:nvPr>
        </p:nvGraphicFramePr>
        <p:xfrm>
          <a:off x="988701" y="2767449"/>
          <a:ext cx="5988569" cy="38992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1E189536-B994-8B44-9AD6-1E9B3000F884}"/>
              </a:ext>
            </a:extLst>
          </p:cNvPr>
          <p:cNvGraphicFramePr/>
          <p:nvPr userDrawn="1">
            <p:extLst>
              <p:ext uri="{D42A27DB-BD31-4B8C-83A1-F6EECF244321}">
                <p14:modId xmlns:p14="http://schemas.microsoft.com/office/powerpoint/2010/main" val="181667176"/>
              </p:ext>
            </p:extLst>
          </p:nvPr>
        </p:nvGraphicFramePr>
        <p:xfrm>
          <a:off x="7585316" y="3085203"/>
          <a:ext cx="4006368" cy="35814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231096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agrama_Baltas fona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22D502-64E2-DE49-8A59-1D3013B76A6E}"/>
              </a:ext>
            </a:extLst>
          </p:cNvPr>
          <p:cNvSpPr txBox="1"/>
          <p:nvPr userDrawn="1"/>
        </p:nvSpPr>
        <p:spPr>
          <a:xfrm>
            <a:off x="1279922" y="403225"/>
            <a:ext cx="9632156" cy="1988878"/>
          </a:xfrm>
          <a:prstGeom prst="rect">
            <a:avLst/>
          </a:prstGeom>
          <a:noFill/>
        </p:spPr>
        <p:txBody>
          <a:bodyPr wrap="square" rtlCol="0">
            <a:spAutoFit/>
          </a:bodyPr>
          <a:lstStyle/>
          <a:p>
            <a:pPr algn="ctr">
              <a:lnSpc>
                <a:spcPct val="110000"/>
              </a:lnSpc>
              <a:spcAft>
                <a:spcPts val="1200"/>
              </a:spcAft>
            </a:pPr>
            <a:r>
              <a:rPr lang="en-GB" sz="1800" b="1" i="0"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SVARBU (ŠITA SKAIDRĖ NĖRA ŠABLONO DALIS)</a:t>
            </a:r>
            <a:endParaRPr lang="lt-LT" b="1" i="0" dirty="0">
              <a:solidFill>
                <a:schemeClr val="tx1"/>
              </a:solidFill>
              <a:latin typeface="Arial" panose="020B0604020202020204" pitchFamily="34" charset="0"/>
              <a:ea typeface="Inter" panose="020B0502030000000004" pitchFamily="34" charset="0"/>
              <a:cs typeface="Arial" panose="020B0604020202020204" pitchFamily="34" charset="0"/>
            </a:endParaRPr>
          </a:p>
          <a:p>
            <a:pPr algn="ctr">
              <a:lnSpc>
                <a:spcPct val="110000"/>
              </a:lnSpc>
              <a:spcAft>
                <a:spcPts val="1200"/>
              </a:spcAft>
            </a:pPr>
            <a:r>
              <a:rPr lang="lt-LT" b="0" i="0" dirty="0">
                <a:solidFill>
                  <a:schemeClr val="tx1"/>
                </a:solidFill>
                <a:latin typeface="Arial" panose="020B0604020202020204" pitchFamily="34" charset="0"/>
                <a:ea typeface="Inter" panose="020B0502030000000004" pitchFamily="34" charset="0"/>
                <a:cs typeface="Arial" panose="020B0604020202020204" pitchFamily="34" charset="0"/>
              </a:rPr>
              <a:t>Nusikopijuokite diagramą:</a:t>
            </a:r>
          </a:p>
          <a:p>
            <a:pPr algn="ctr">
              <a:lnSpc>
                <a:spcPct val="110000"/>
              </a:lnSpc>
              <a:spcAft>
                <a:spcPts val="1200"/>
              </a:spcAft>
            </a:pP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1.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Nueikite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į</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View panel </a:t>
            </a: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2.</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Slide Master </a:t>
            </a: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3.</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Nusikopijuokite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diagramą</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r>
            <a:b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b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4.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Uždarykite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Slide Master</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Normal</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5.</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Įklijuokite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diagramą</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savo</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skaidrėje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a:t>
            </a:r>
            <a:endParaRPr lang="lt-LT"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endParaRPr>
          </a:p>
          <a:p>
            <a:pPr algn="ctr">
              <a:lnSpc>
                <a:spcPct val="110000"/>
              </a:lnSpc>
              <a:spcAft>
                <a:spcPts val="1200"/>
              </a:spcAft>
            </a:pPr>
            <a:r>
              <a:rPr lang="lt-LT" b="1" i="0" dirty="0">
                <a:solidFill>
                  <a:schemeClr val="tx1"/>
                </a:solidFill>
                <a:latin typeface="Arial" panose="020B0604020202020204" pitchFamily="34" charset="0"/>
                <a:ea typeface="Inter Semi Bold" panose="020B0502030000000004" pitchFamily="34" charset="0"/>
                <a:cs typeface="Arial" panose="020B0604020202020204" pitchFamily="34" charset="0"/>
              </a:rPr>
              <a:t>Visos kitos diagramos turi būti kuriamos remiantis esama stilistika.</a:t>
            </a:r>
            <a:endParaRPr lang="en-US"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graphicFrame>
        <p:nvGraphicFramePr>
          <p:cNvPr id="6" name="Chart 5">
            <a:extLst>
              <a:ext uri="{FF2B5EF4-FFF2-40B4-BE49-F238E27FC236}">
                <a16:creationId xmlns:a16="http://schemas.microsoft.com/office/drawing/2014/main" id="{8EE4845D-B78D-4A46-9763-62D727630EA1}"/>
              </a:ext>
            </a:extLst>
          </p:cNvPr>
          <p:cNvGraphicFramePr/>
          <p:nvPr userDrawn="1">
            <p:extLst>
              <p:ext uri="{D42A27DB-BD31-4B8C-83A1-F6EECF244321}">
                <p14:modId xmlns:p14="http://schemas.microsoft.com/office/powerpoint/2010/main" val="1737979793"/>
              </p:ext>
            </p:extLst>
          </p:nvPr>
        </p:nvGraphicFramePr>
        <p:xfrm>
          <a:off x="988701" y="2763075"/>
          <a:ext cx="5995285" cy="390360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5A0CB8A1-1010-EC4F-B6C5-EFB7467F76EE}"/>
              </a:ext>
            </a:extLst>
          </p:cNvPr>
          <p:cNvGraphicFramePr/>
          <p:nvPr userDrawn="1">
            <p:extLst>
              <p:ext uri="{D42A27DB-BD31-4B8C-83A1-F6EECF244321}">
                <p14:modId xmlns:p14="http://schemas.microsoft.com/office/powerpoint/2010/main" val="1245475880"/>
              </p:ext>
            </p:extLst>
          </p:nvPr>
        </p:nvGraphicFramePr>
        <p:xfrm>
          <a:off x="7585316" y="3085203"/>
          <a:ext cx="4006368" cy="35814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810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ntelė_Juodas fonas">
    <p:bg>
      <p:bgPr>
        <a:solidFill>
          <a:schemeClr val="tx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A4775A3-EB07-A141-A562-5216ADEA360A}"/>
              </a:ext>
            </a:extLst>
          </p:cNvPr>
          <p:cNvSpPr txBox="1"/>
          <p:nvPr userDrawn="1"/>
        </p:nvSpPr>
        <p:spPr>
          <a:xfrm>
            <a:off x="1102519" y="698500"/>
            <a:ext cx="9986962" cy="1532599"/>
          </a:xfrm>
          <a:prstGeom prst="rect">
            <a:avLst/>
          </a:prstGeom>
          <a:noFill/>
        </p:spPr>
        <p:txBody>
          <a:bodyPr wrap="square" rtlCol="0">
            <a:spAutoFit/>
          </a:bodyPr>
          <a:lstStyle/>
          <a:p>
            <a:pPr algn="ctr">
              <a:lnSpc>
                <a:spcPct val="110000"/>
              </a:lnSpc>
              <a:spcAft>
                <a:spcPts val="1200"/>
              </a:spcAft>
            </a:pPr>
            <a:r>
              <a:rPr lang="en-GB" sz="1800" b="1" i="0"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SVARBU (ŠITA SKAIDRĖ NĖRA ŠABLONO DALIS)</a:t>
            </a:r>
            <a:endParaRPr lang="lt-LT" b="1" i="0" dirty="0">
              <a:solidFill>
                <a:srgbClr val="FFFF00"/>
              </a:solidFill>
              <a:latin typeface="Arial" panose="020B0604020202020204" pitchFamily="34" charset="0"/>
              <a:ea typeface="Inter" panose="020B0502030000000004" pitchFamily="34" charset="0"/>
              <a:cs typeface="Arial" panose="020B0604020202020204" pitchFamily="34" charset="0"/>
            </a:endParaRPr>
          </a:p>
          <a:p>
            <a:pPr marL="0" marR="0" lvl="0" indent="0" algn="ctr" defTabSz="914400" rtl="0" eaLnBrk="1" fontAlgn="auto" latinLnBrk="0" hangingPunct="1">
              <a:lnSpc>
                <a:spcPct val="110000"/>
              </a:lnSpc>
              <a:spcBef>
                <a:spcPts val="0"/>
              </a:spcBef>
              <a:spcAft>
                <a:spcPts val="1200"/>
              </a:spcAft>
              <a:buClrTx/>
              <a:buSzTx/>
              <a:buFontTx/>
              <a:buNone/>
              <a:tabLst/>
              <a:defRPr/>
            </a:pPr>
            <a:r>
              <a:rPr lang="lt-LT" b="0" i="0" dirty="0">
                <a:solidFill>
                  <a:schemeClr val="bg1"/>
                </a:solidFill>
                <a:latin typeface="Arial" panose="020B0604020202020204" pitchFamily="34" charset="0"/>
                <a:ea typeface="Inter" panose="020B0502030000000004" pitchFamily="34" charset="0"/>
                <a:cs typeface="Arial" panose="020B0604020202020204" pitchFamily="34" charset="0"/>
              </a:rPr>
              <a:t>Nusikopijuokite lentelę:</a:t>
            </a:r>
          </a:p>
          <a:p>
            <a:pPr marL="0" marR="0" lvl="0" indent="0" algn="ctr" defTabSz="914400" rtl="0" eaLnBrk="1" fontAlgn="auto" latinLnBrk="0" hangingPunct="1">
              <a:lnSpc>
                <a:spcPct val="110000"/>
              </a:lnSpc>
              <a:spcBef>
                <a:spcPts val="0"/>
              </a:spcBef>
              <a:spcAft>
                <a:spcPts val="1200"/>
              </a:spcAft>
              <a:buClrTx/>
              <a:buSzTx/>
              <a:buFontTx/>
              <a:buNone/>
              <a:tabLst/>
              <a:defRPr/>
            </a:pP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1.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Nueikite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į</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View panel </a:t>
            </a: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2.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Slide Master </a:t>
            </a: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3.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Nusikopijuokite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lentelę</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r>
            <a:b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b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4.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Uždarykite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Slide Master</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Normal</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1" i="0" u="none" strike="noStrike" kern="1200" dirty="0">
                <a:solidFill>
                  <a:srgbClr val="FFFF00"/>
                </a:solidFill>
                <a:effectLst/>
                <a:latin typeface="Arial" panose="020B0604020202020204" pitchFamily="34" charset="0"/>
                <a:ea typeface="Inter" panose="020B0502030000000004" pitchFamily="34" charset="0"/>
                <a:cs typeface="Arial" panose="020B0604020202020204" pitchFamily="34" charset="0"/>
              </a:rPr>
              <a:t>5.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Įklijuokite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lentelę</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savo</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bg1"/>
                </a:solidFill>
                <a:effectLst/>
                <a:latin typeface="Arial" panose="020B0604020202020204" pitchFamily="34" charset="0"/>
                <a:ea typeface="Inter" panose="020B0502030000000004" pitchFamily="34" charset="0"/>
                <a:cs typeface="Arial" panose="020B0604020202020204" pitchFamily="34" charset="0"/>
              </a:rPr>
              <a:t>skaidrėje</a:t>
            </a:r>
            <a:r>
              <a:rPr lang="en-GB"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rPr>
              <a:t>.</a:t>
            </a:r>
            <a:endParaRPr lang="lt-LT" sz="1600" b="0" i="0" u="none" strike="noStrike" kern="1200" dirty="0">
              <a:solidFill>
                <a:schemeClr val="bg1"/>
              </a:solidFill>
              <a:effectLst/>
              <a:latin typeface="Arial" panose="020B0604020202020204" pitchFamily="34" charset="0"/>
              <a:ea typeface="Inter" panose="020B05020300000000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8EDCF25F-588F-FA48-A5FB-9F332A23BADD}"/>
              </a:ext>
            </a:extLst>
          </p:cNvPr>
          <p:cNvGraphicFramePr>
            <a:graphicFrameLocks noGrp="1"/>
          </p:cNvGraphicFramePr>
          <p:nvPr userDrawn="1">
            <p:extLst>
              <p:ext uri="{D42A27DB-BD31-4B8C-83A1-F6EECF244321}">
                <p14:modId xmlns:p14="http://schemas.microsoft.com/office/powerpoint/2010/main" val="2431052889"/>
              </p:ext>
            </p:extLst>
          </p:nvPr>
        </p:nvGraphicFramePr>
        <p:xfrm>
          <a:off x="947737" y="2736570"/>
          <a:ext cx="10077314" cy="3475035"/>
        </p:xfrm>
        <a:graphic>
          <a:graphicData uri="http://schemas.openxmlformats.org/drawingml/2006/table">
            <a:tbl>
              <a:tblPr firstRow="1" bandRow="1">
                <a:tableStyleId>{073A0DAA-6AF3-43AB-8588-CEC1D06C72B9}</a:tableStyleId>
              </a:tblPr>
              <a:tblGrid>
                <a:gridCol w="525463">
                  <a:extLst>
                    <a:ext uri="{9D8B030D-6E8A-4147-A177-3AD203B41FA5}">
                      <a16:colId xmlns:a16="http://schemas.microsoft.com/office/drawing/2014/main" val="553379762"/>
                    </a:ext>
                  </a:extLst>
                </a:gridCol>
                <a:gridCol w="5672183">
                  <a:extLst>
                    <a:ext uri="{9D8B030D-6E8A-4147-A177-3AD203B41FA5}">
                      <a16:colId xmlns:a16="http://schemas.microsoft.com/office/drawing/2014/main" val="2887563481"/>
                    </a:ext>
                  </a:extLst>
                </a:gridCol>
                <a:gridCol w="2632166">
                  <a:extLst>
                    <a:ext uri="{9D8B030D-6E8A-4147-A177-3AD203B41FA5}">
                      <a16:colId xmlns:a16="http://schemas.microsoft.com/office/drawing/2014/main" val="1877026651"/>
                    </a:ext>
                  </a:extLst>
                </a:gridCol>
                <a:gridCol w="1247502">
                  <a:extLst>
                    <a:ext uri="{9D8B030D-6E8A-4147-A177-3AD203B41FA5}">
                      <a16:colId xmlns:a16="http://schemas.microsoft.com/office/drawing/2014/main" val="2481374449"/>
                    </a:ext>
                  </a:extLst>
                </a:gridCol>
              </a:tblGrid>
              <a:tr h="695007">
                <a:tc>
                  <a:txBody>
                    <a:bodyPr/>
                    <a:lstStyle/>
                    <a:p>
                      <a:r>
                        <a:rPr lang="en-US" sz="1500" b="1" i="0" dirty="0">
                          <a:solidFill>
                            <a:srgbClr val="FFFF00"/>
                          </a:solidFill>
                          <a:latin typeface="Arial" panose="020B0604020202020204" pitchFamily="34" charset="0"/>
                          <a:ea typeface="Inter" panose="020B0502030000000004" pitchFamily="34" charset="0"/>
                          <a:cs typeface="Arial" panose="020B0604020202020204" pitchFamily="34" charset="0"/>
                        </a:rPr>
                        <a:t>Nr.</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tx1">
                        <a:lumMod val="75000"/>
                        <a:lumOff val="25000"/>
                      </a:schemeClr>
                    </a:solidFill>
                  </a:tcPr>
                </a:tc>
                <a:tc>
                  <a:txBody>
                    <a:bodyPr/>
                    <a:lstStyle/>
                    <a:p>
                      <a:r>
                        <a:rPr lang="en-US" sz="1500" b="1" i="0" dirty="0">
                          <a:solidFill>
                            <a:srgbClr val="FFFF00"/>
                          </a:solidFill>
                          <a:latin typeface="Arial" panose="020B0604020202020204" pitchFamily="34" charset="0"/>
                          <a:ea typeface="Inter" panose="020B0502030000000004" pitchFamily="34" charset="0"/>
                          <a:cs typeface="Arial" panose="020B0604020202020204" pitchFamily="34" charset="0"/>
                        </a:rPr>
                        <a:t>Magna aliquam</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tx1">
                        <a:lumMod val="75000"/>
                        <a:lumOff val="25000"/>
                      </a:schemeClr>
                    </a:solidFill>
                  </a:tcPr>
                </a:tc>
                <a:tc>
                  <a:txBody>
                    <a:bodyPr/>
                    <a:lstStyle/>
                    <a:p>
                      <a:r>
                        <a:rPr lang="en-US" sz="1500" b="1" i="0" dirty="0">
                          <a:solidFill>
                            <a:srgbClr val="FFFF00"/>
                          </a:solidFill>
                          <a:latin typeface="Arial" panose="020B0604020202020204" pitchFamily="34" charset="0"/>
                          <a:ea typeface="Inter" panose="020B0502030000000004" pitchFamily="34" charset="0"/>
                          <a:cs typeface="Arial" panose="020B0604020202020204" pitchFamily="34" charset="0"/>
                        </a:rPr>
                        <a:t>Enim ad minim</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tx1">
                        <a:lumMod val="75000"/>
                        <a:lumOff val="25000"/>
                      </a:schemeClr>
                    </a:solidFill>
                  </a:tcPr>
                </a:tc>
                <a:tc>
                  <a:txBody>
                    <a:bodyPr/>
                    <a:lstStyle/>
                    <a:p>
                      <a:r>
                        <a:rPr lang="en-US" sz="1500" b="1" i="0" dirty="0">
                          <a:solidFill>
                            <a:srgbClr val="FFFF00"/>
                          </a:solidFill>
                          <a:latin typeface="Arial" panose="020B0604020202020204" pitchFamily="34" charset="0"/>
                          <a:ea typeface="Inter" panose="020B0502030000000004" pitchFamily="34" charset="0"/>
                          <a:cs typeface="Arial" panose="020B0604020202020204" pitchFamily="34" charset="0"/>
                        </a:rPr>
                        <a:t>Iriure</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1437261061"/>
                  </a:ext>
                </a:extLst>
              </a:tr>
              <a:tr h="695007">
                <a:tc>
                  <a:txBody>
                    <a:bodyPr/>
                    <a:lstStyle/>
                    <a:p>
                      <a:pPr algn="ctr"/>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1</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Aoreet dolore magna aliquam erat volutpat</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Praesent luptatum</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en-US" sz="1500" b="0" i="0" dirty="0">
                          <a:solidFill>
                            <a:srgbClr val="FFFF00"/>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03534893"/>
                  </a:ext>
                </a:extLst>
              </a:tr>
              <a:tr h="695007">
                <a:tc>
                  <a:txBody>
                    <a:bodyPr/>
                    <a:lstStyle/>
                    <a:p>
                      <a:pPr algn="ctr"/>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2</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Ut wisi enim ad minim veniam, quis nostrud</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Dolore te feugait nul</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en-US" sz="1500" b="0" i="0" dirty="0">
                          <a:solidFill>
                            <a:srgbClr val="FFFF00"/>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82109185"/>
                  </a:ext>
                </a:extLst>
              </a:tr>
              <a:tr h="695007">
                <a:tc>
                  <a:txBody>
                    <a:bodyPr/>
                    <a:lstStyle/>
                    <a:p>
                      <a:pPr algn="ctr"/>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3</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Exerci tation ullamcorper suscipit lobortis nisl</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Augue duis</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en-US" sz="1500" b="0" i="0" dirty="0">
                          <a:solidFill>
                            <a:srgbClr val="FFFF00"/>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763808814"/>
                  </a:ext>
                </a:extLst>
              </a:tr>
              <a:tr h="695007">
                <a:tc>
                  <a:txBody>
                    <a:bodyPr/>
                    <a:lstStyle/>
                    <a:p>
                      <a:pPr algn="ctr"/>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4</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Duis autem vel eum iriure dolor </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r>
                        <a:rPr lang="en-US" sz="1500" b="0" i="0" dirty="0">
                          <a:solidFill>
                            <a:schemeClr val="bg1"/>
                          </a:solidFill>
                          <a:latin typeface="Arial" panose="020B0604020202020204" pitchFamily="34" charset="0"/>
                          <a:ea typeface="Inter" panose="020B0502030000000004" pitchFamily="34" charset="0"/>
                          <a:cs typeface="Arial" panose="020B0604020202020204" pitchFamily="34" charset="0"/>
                        </a:rPr>
                        <a:t>Te feugait nulla facilisi</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ctr"/>
                      <a:r>
                        <a:rPr lang="en-US" sz="1500" b="0" i="0" dirty="0">
                          <a:solidFill>
                            <a:srgbClr val="FFFF00"/>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59441268"/>
                  </a:ext>
                </a:extLst>
              </a:tr>
            </a:tbl>
          </a:graphicData>
        </a:graphic>
      </p:graphicFrame>
    </p:spTree>
    <p:extLst>
      <p:ext uri="{BB962C8B-B14F-4D97-AF65-F5344CB8AC3E}">
        <p14:creationId xmlns:p14="http://schemas.microsoft.com/office/powerpoint/2010/main" val="42420871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ntelė_Baltas fonas">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5245F59-08C9-D44E-AAB0-68B4A977944C}"/>
              </a:ext>
            </a:extLst>
          </p:cNvPr>
          <p:cNvSpPr txBox="1"/>
          <p:nvPr userDrawn="1"/>
        </p:nvSpPr>
        <p:spPr>
          <a:xfrm>
            <a:off x="1102519" y="698500"/>
            <a:ext cx="9986962" cy="1532599"/>
          </a:xfrm>
          <a:prstGeom prst="rect">
            <a:avLst/>
          </a:prstGeom>
          <a:noFill/>
        </p:spPr>
        <p:txBody>
          <a:bodyPr wrap="square" rtlCol="0">
            <a:spAutoFit/>
          </a:bodyPr>
          <a:lstStyle/>
          <a:p>
            <a:pPr algn="ctr">
              <a:lnSpc>
                <a:spcPct val="110000"/>
              </a:lnSpc>
              <a:spcAft>
                <a:spcPts val="1200"/>
              </a:spcAft>
            </a:pPr>
            <a:r>
              <a:rPr lang="en-GB" sz="1800" b="1" i="0"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SVARBU (ŠITA SKAIDRĖ NĖRA ŠABLONO DALIS)</a:t>
            </a:r>
            <a:endParaRPr lang="lt-LT" b="1" i="0" dirty="0">
              <a:solidFill>
                <a:schemeClr val="tx1"/>
              </a:solidFill>
              <a:latin typeface="Arial" panose="020B0604020202020204" pitchFamily="34" charset="0"/>
              <a:ea typeface="Inter" panose="020B0502030000000004" pitchFamily="34" charset="0"/>
              <a:cs typeface="Arial" panose="020B0604020202020204" pitchFamily="34" charset="0"/>
            </a:endParaRPr>
          </a:p>
          <a:p>
            <a:pPr marL="0" marR="0" lvl="0" indent="0" algn="ctr" defTabSz="914400" rtl="0" eaLnBrk="1" fontAlgn="auto" latinLnBrk="0" hangingPunct="1">
              <a:lnSpc>
                <a:spcPct val="110000"/>
              </a:lnSpc>
              <a:spcBef>
                <a:spcPts val="0"/>
              </a:spcBef>
              <a:spcAft>
                <a:spcPts val="1200"/>
              </a:spcAft>
              <a:buClrTx/>
              <a:buSzTx/>
              <a:buFontTx/>
              <a:buNone/>
              <a:tabLst/>
              <a:defRPr/>
            </a:pPr>
            <a:r>
              <a:rPr lang="lt-LT" b="0" i="0" dirty="0">
                <a:solidFill>
                  <a:schemeClr val="tx1"/>
                </a:solidFill>
                <a:latin typeface="Arial" panose="020B0604020202020204" pitchFamily="34" charset="0"/>
                <a:ea typeface="Inter" panose="020B0502030000000004" pitchFamily="34" charset="0"/>
                <a:cs typeface="Arial" panose="020B0604020202020204" pitchFamily="34" charset="0"/>
              </a:rPr>
              <a:t>Nusikopijuokite lentelę:</a:t>
            </a:r>
          </a:p>
          <a:p>
            <a:pPr marL="0" marR="0" lvl="0" indent="0" algn="ctr" defTabSz="914400" rtl="0" eaLnBrk="1" fontAlgn="auto" latinLnBrk="0" hangingPunct="1">
              <a:lnSpc>
                <a:spcPct val="110000"/>
              </a:lnSpc>
              <a:spcBef>
                <a:spcPts val="0"/>
              </a:spcBef>
              <a:spcAft>
                <a:spcPts val="1200"/>
              </a:spcAft>
              <a:buClrTx/>
              <a:buSzTx/>
              <a:buFontTx/>
              <a:buNone/>
              <a:tabLst/>
              <a:defRPr/>
            </a:pP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1.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Nueikite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į</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View panel </a:t>
            </a: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2.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Slide Master </a:t>
            </a: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3.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Nusikopijuokite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lentelę</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r>
            <a:b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b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4.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Uždarykite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Slide Master</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pasirinkite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1"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Normal</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1"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5.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Įklijuokite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lentelę</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savo</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 </a:t>
            </a:r>
            <a:r>
              <a:rPr lang="en-GB" sz="1600" b="0" i="0" u="none" strike="noStrike" kern="1200" dirty="0" err="1">
                <a:solidFill>
                  <a:schemeClr val="tx1"/>
                </a:solidFill>
                <a:effectLst/>
                <a:latin typeface="Arial" panose="020B0604020202020204" pitchFamily="34" charset="0"/>
                <a:ea typeface="Inter" panose="020B0502030000000004" pitchFamily="34" charset="0"/>
                <a:cs typeface="Arial" panose="020B0604020202020204" pitchFamily="34" charset="0"/>
              </a:rPr>
              <a:t>skaidrėje</a:t>
            </a:r>
            <a:r>
              <a:rPr lang="en-GB"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rPr>
              <a:t>.</a:t>
            </a:r>
            <a:endParaRPr lang="lt-LT" sz="1600" b="0" i="0" u="none" strike="noStrike" kern="1200" dirty="0">
              <a:solidFill>
                <a:schemeClr val="tx1"/>
              </a:solidFill>
              <a:effectLst/>
              <a:latin typeface="Arial" panose="020B0604020202020204" pitchFamily="34" charset="0"/>
              <a:ea typeface="Inter" panose="020B05020300000000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40D29DF7-224A-0946-B65F-B6854B3ABD98}"/>
              </a:ext>
            </a:extLst>
          </p:cNvPr>
          <p:cNvGraphicFramePr>
            <a:graphicFrameLocks noGrp="1"/>
          </p:cNvGraphicFramePr>
          <p:nvPr userDrawn="1">
            <p:extLst>
              <p:ext uri="{D42A27DB-BD31-4B8C-83A1-F6EECF244321}">
                <p14:modId xmlns:p14="http://schemas.microsoft.com/office/powerpoint/2010/main" val="2636463211"/>
              </p:ext>
            </p:extLst>
          </p:nvPr>
        </p:nvGraphicFramePr>
        <p:xfrm>
          <a:off x="947737" y="2736570"/>
          <a:ext cx="10279789" cy="3475035"/>
        </p:xfrm>
        <a:graphic>
          <a:graphicData uri="http://schemas.openxmlformats.org/drawingml/2006/table">
            <a:tbl>
              <a:tblPr firstRow="1" bandRow="1">
                <a:tableStyleId>{073A0DAA-6AF3-43AB-8588-CEC1D06C72B9}</a:tableStyleId>
              </a:tblPr>
              <a:tblGrid>
                <a:gridCol w="528366">
                  <a:extLst>
                    <a:ext uri="{9D8B030D-6E8A-4147-A177-3AD203B41FA5}">
                      <a16:colId xmlns:a16="http://schemas.microsoft.com/office/drawing/2014/main" val="553379762"/>
                    </a:ext>
                  </a:extLst>
                </a:gridCol>
                <a:gridCol w="5669280">
                  <a:extLst>
                    <a:ext uri="{9D8B030D-6E8A-4147-A177-3AD203B41FA5}">
                      <a16:colId xmlns:a16="http://schemas.microsoft.com/office/drawing/2014/main" val="2887563481"/>
                    </a:ext>
                  </a:extLst>
                </a:gridCol>
                <a:gridCol w="2625634">
                  <a:extLst>
                    <a:ext uri="{9D8B030D-6E8A-4147-A177-3AD203B41FA5}">
                      <a16:colId xmlns:a16="http://schemas.microsoft.com/office/drawing/2014/main" val="1877026651"/>
                    </a:ext>
                  </a:extLst>
                </a:gridCol>
                <a:gridCol w="1456509">
                  <a:extLst>
                    <a:ext uri="{9D8B030D-6E8A-4147-A177-3AD203B41FA5}">
                      <a16:colId xmlns:a16="http://schemas.microsoft.com/office/drawing/2014/main" val="2481374449"/>
                    </a:ext>
                  </a:extLst>
                </a:gridCol>
              </a:tblGrid>
              <a:tr h="695007">
                <a:tc>
                  <a:txBody>
                    <a:bodyPr/>
                    <a:lstStyle/>
                    <a:p>
                      <a:r>
                        <a:rPr lang="en-US" sz="1500" b="1" i="0" dirty="0">
                          <a:solidFill>
                            <a:schemeClr val="tx1"/>
                          </a:solidFill>
                          <a:latin typeface="Arial" panose="020B0604020202020204" pitchFamily="34" charset="0"/>
                          <a:ea typeface="Inter" panose="020B0502030000000004" pitchFamily="34" charset="0"/>
                          <a:cs typeface="Arial" panose="020B0604020202020204" pitchFamily="34" charset="0"/>
                        </a:rPr>
                        <a:t>Nr.</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2"/>
                    </a:solidFill>
                  </a:tcPr>
                </a:tc>
                <a:tc>
                  <a:txBody>
                    <a:bodyPr/>
                    <a:lstStyle/>
                    <a:p>
                      <a:r>
                        <a:rPr lang="en-US" sz="1500" b="1" i="0" dirty="0">
                          <a:solidFill>
                            <a:schemeClr val="tx1"/>
                          </a:solidFill>
                          <a:latin typeface="Arial" panose="020B0604020202020204" pitchFamily="34" charset="0"/>
                          <a:ea typeface="Inter" panose="020B0502030000000004" pitchFamily="34" charset="0"/>
                          <a:cs typeface="Arial" panose="020B0604020202020204" pitchFamily="34" charset="0"/>
                        </a:rPr>
                        <a:t>Magna aliquam</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2"/>
                    </a:solidFill>
                  </a:tcPr>
                </a:tc>
                <a:tc>
                  <a:txBody>
                    <a:bodyPr/>
                    <a:lstStyle/>
                    <a:p>
                      <a:r>
                        <a:rPr lang="en-US" sz="1500" b="1" i="0" dirty="0">
                          <a:solidFill>
                            <a:schemeClr val="tx1"/>
                          </a:solidFill>
                          <a:latin typeface="Arial" panose="020B0604020202020204" pitchFamily="34" charset="0"/>
                          <a:ea typeface="Inter" panose="020B0502030000000004" pitchFamily="34" charset="0"/>
                          <a:cs typeface="Arial" panose="020B0604020202020204" pitchFamily="34" charset="0"/>
                        </a:rPr>
                        <a:t>Enim ad minim</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2"/>
                    </a:solidFill>
                  </a:tcPr>
                </a:tc>
                <a:tc>
                  <a:txBody>
                    <a:bodyPr/>
                    <a:lstStyle/>
                    <a:p>
                      <a:r>
                        <a:rPr lang="en-US" sz="1500" b="1" i="0" dirty="0">
                          <a:solidFill>
                            <a:schemeClr val="tx1"/>
                          </a:solidFill>
                          <a:latin typeface="Arial" panose="020B0604020202020204" pitchFamily="34" charset="0"/>
                          <a:ea typeface="Inter" panose="020B0502030000000004" pitchFamily="34" charset="0"/>
                          <a:cs typeface="Arial" panose="020B0604020202020204" pitchFamily="34" charset="0"/>
                        </a:rPr>
                        <a:t>Iriure</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2F2"/>
                    </a:solidFill>
                  </a:tcPr>
                </a:tc>
                <a:extLst>
                  <a:ext uri="{0D108BD9-81ED-4DB2-BD59-A6C34878D82A}">
                    <a16:rowId xmlns:a16="http://schemas.microsoft.com/office/drawing/2014/main" val="1437261061"/>
                  </a:ext>
                </a:extLst>
              </a:tr>
              <a:tr h="695007">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1</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Aoreet dolore magna aliquam erat volutpat</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Praesent luptatum</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3534893"/>
                  </a:ext>
                </a:extLst>
              </a:tr>
              <a:tr h="695007">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2</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Ut wisi enim ad minim veniam, quis nostrud</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Dolore te feugait nul</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2109185"/>
                  </a:ext>
                </a:extLst>
              </a:tr>
              <a:tr h="695007">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3</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Exerci tation ullamcorper suscipit lobortis nisl</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Augue duis</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63808814"/>
                  </a:ext>
                </a:extLst>
              </a:tr>
              <a:tr h="695007">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4</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Duis autem vel eum iriure dolor </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Te feugait nulla facilisi</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500" b="0" i="0" dirty="0">
                          <a:solidFill>
                            <a:schemeClr val="tx1"/>
                          </a:solidFill>
                          <a:latin typeface="Arial" panose="020B0604020202020204" pitchFamily="34" charset="0"/>
                          <a:ea typeface="Inter" panose="020B0502030000000004" pitchFamily="34" charset="0"/>
                          <a:cs typeface="Arial" panose="020B0604020202020204" pitchFamily="34" charset="0"/>
                        </a:rPr>
                        <a:t>-</a:t>
                      </a:r>
                    </a:p>
                  </a:txBody>
                  <a:tcPr marL="108000" marR="108000" marT="54000" marB="54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59441268"/>
                  </a:ext>
                </a:extLst>
              </a:tr>
            </a:tbl>
          </a:graphicData>
        </a:graphic>
      </p:graphicFrame>
    </p:spTree>
    <p:extLst>
      <p:ext uri="{BB962C8B-B14F-4D97-AF65-F5344CB8AC3E}">
        <p14:creationId xmlns:p14="http://schemas.microsoft.com/office/powerpoint/2010/main" val="152577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5" Type="http://schemas.openxmlformats.org/officeDocument/2006/relationships/theme" Target="../theme/theme3.xml"/><Relationship Id="rId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401343"/>
      </p:ext>
    </p:extLst>
  </p:cSld>
  <p:clrMap bg1="lt1" tx1="dk1" bg2="lt2" tx2="dk2" accent1="accent1" accent2="accent2" accent3="accent3" accent4="accent4" accent5="accent5" accent6="accent6" hlink="hlink" folHlink="folHlink"/>
  <p:sldLayoutIdLst>
    <p:sldLayoutId id="2147483713" r:id="rId1"/>
    <p:sldLayoutId id="2147483744" r:id="rId2"/>
    <p:sldLayoutId id="2147483745" r:id="rId3"/>
    <p:sldLayoutId id="2147483712" r:id="rId4"/>
    <p:sldLayoutId id="2147483714" r:id="rId5"/>
    <p:sldLayoutId id="2147483715" r:id="rId6"/>
    <p:sldLayoutId id="2147483716" r:id="rId7"/>
    <p:sldLayoutId id="2147483723" r:id="rId8"/>
    <p:sldLayoutId id="2147483737" r:id="rId9"/>
    <p:sldLayoutId id="2147483738" r:id="rId10"/>
    <p:sldLayoutId id="2147483717" r:id="rId11"/>
    <p:sldLayoutId id="2147483718" r:id="rId12"/>
    <p:sldLayoutId id="2147483719" r:id="rId13"/>
    <p:sldLayoutId id="2147483720" r:id="rId14"/>
    <p:sldLayoutId id="2147483677" r:id="rId15"/>
    <p:sldLayoutId id="2147483739" r:id="rId16"/>
    <p:sldLayoutId id="2147483743"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6558009"/>
      </p:ext>
    </p:extLst>
  </p:cSld>
  <p:clrMap bg1="lt1" tx1="dk1" bg2="lt2" tx2="dk2" accent1="accent1" accent2="accent2" accent3="accent3" accent4="accent4" accent5="accent5" accent6="accent6" hlink="hlink" folHlink="folHlink"/>
  <p:sldLayoutIdLst>
    <p:sldLayoutId id="2147483741" r:id="rId1"/>
    <p:sldLayoutId id="2147483725" r:id="rId2"/>
    <p:sldLayoutId id="2147483726" r:id="rId3"/>
    <p:sldLayoutId id="2147483727" r:id="rId4"/>
    <p:sldLayoutId id="2147483728" r:id="rId5"/>
    <p:sldLayoutId id="2147483729" r:id="rId6"/>
    <p:sldLayoutId id="2147483742" r:id="rId7"/>
    <p:sldLayoutId id="2147483732" r:id="rId8"/>
    <p:sldLayoutId id="2147483731" r:id="rId9"/>
    <p:sldLayoutId id="2147483733" r:id="rId10"/>
    <p:sldLayoutId id="2147483734" r:id="rId11"/>
    <p:sldLayoutId id="2147483735" r:id="rId12"/>
    <p:sldLayoutId id="214748373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867308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13388A-EE5E-F84E-96EC-2F74F012C43E}"/>
              </a:ext>
            </a:extLst>
          </p:cNvPr>
          <p:cNvPicPr>
            <a:picLocks noChangeAspect="1"/>
          </p:cNvPicPr>
          <p:nvPr/>
        </p:nvPicPr>
        <p:blipFill>
          <a:blip r:embed="rId2"/>
          <a:stretch>
            <a:fillRect/>
          </a:stretch>
        </p:blipFill>
        <p:spPr>
          <a:xfrm>
            <a:off x="10909021" y="424809"/>
            <a:ext cx="862883" cy="983770"/>
          </a:xfrm>
          <a:prstGeom prst="rect">
            <a:avLst/>
          </a:prstGeom>
        </p:spPr>
      </p:pic>
      <p:sp>
        <p:nvSpPr>
          <p:cNvPr id="3" name="Text Placeholder 4">
            <a:extLst>
              <a:ext uri="{FF2B5EF4-FFF2-40B4-BE49-F238E27FC236}">
                <a16:creationId xmlns:a16="http://schemas.microsoft.com/office/drawing/2014/main" id="{8D94D4E1-C06D-704D-A98C-46703D721A44}"/>
              </a:ext>
            </a:extLst>
          </p:cNvPr>
          <p:cNvSpPr txBox="1">
            <a:spLocks/>
          </p:cNvSpPr>
          <p:nvPr/>
        </p:nvSpPr>
        <p:spPr>
          <a:xfrm>
            <a:off x="632355" y="5837238"/>
            <a:ext cx="8854531" cy="400050"/>
          </a:xfrm>
          <a:prstGeom prst="rect">
            <a:avLst/>
          </a:prstGeom>
        </p:spPr>
        <p:txBody>
          <a:bodyPr anchor="b"/>
          <a:lstStyle>
            <a:lvl1pPr marL="0" indent="0" algn="l" defTabSz="914400" rtl="0" eaLnBrk="1" latinLnBrk="0" hangingPunct="1">
              <a:lnSpc>
                <a:spcPct val="90000"/>
              </a:lnSpc>
              <a:spcBef>
                <a:spcPts val="1000"/>
              </a:spcBef>
              <a:buFont typeface="Arial" panose="020B0604020202020204" pitchFamily="34" charset="0"/>
              <a:buNone/>
              <a:defRPr sz="2200" b="1" i="0" kern="1200">
                <a:solidFill>
                  <a:schemeClr val="bg1"/>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solidFill>
                  <a:schemeClr val="tx1"/>
                </a:solidFill>
              </a:rPr>
              <a:t>Vadovas</a:t>
            </a:r>
            <a:endParaRPr lang="en-US" dirty="0" smtClean="0">
              <a:solidFill>
                <a:schemeClr val="tx1"/>
              </a:solidFill>
            </a:endParaRPr>
          </a:p>
          <a:p>
            <a:r>
              <a:rPr lang="en-US" dirty="0" err="1">
                <a:solidFill>
                  <a:schemeClr val="tx1"/>
                </a:solidFill>
              </a:rPr>
              <a:t>asist</a:t>
            </a:r>
            <a:r>
              <a:rPr lang="en-US" dirty="0">
                <a:solidFill>
                  <a:schemeClr val="tx1"/>
                </a:solidFill>
              </a:rPr>
              <a:t>. dr. </a:t>
            </a:r>
            <a:r>
              <a:rPr lang="en-US" dirty="0" err="1">
                <a:solidFill>
                  <a:schemeClr val="tx1"/>
                </a:solidFill>
              </a:rPr>
              <a:t>Žitkus</a:t>
            </a:r>
            <a:r>
              <a:rPr lang="en-US" dirty="0">
                <a:solidFill>
                  <a:schemeClr val="tx1"/>
                </a:solidFill>
              </a:rPr>
              <a:t> </a:t>
            </a:r>
            <a:r>
              <a:rPr lang="en-US" dirty="0" err="1" smtClean="0">
                <a:solidFill>
                  <a:schemeClr val="tx1"/>
                </a:solidFill>
              </a:rPr>
              <a:t>Voldemaras</a:t>
            </a:r>
            <a:endParaRPr lang="en-US" dirty="0" smtClean="0">
              <a:solidFill>
                <a:schemeClr val="tx1"/>
              </a:solidFill>
            </a:endParaRPr>
          </a:p>
          <a:p>
            <a:r>
              <a:rPr lang="en-US" dirty="0" err="1" smtClean="0">
                <a:solidFill>
                  <a:schemeClr val="tx1"/>
                </a:solidFill>
              </a:rPr>
              <a:t>Darb</a:t>
            </a:r>
            <a:r>
              <a:rPr lang="lt-LT" dirty="0" smtClean="0">
                <a:solidFill>
                  <a:schemeClr val="tx1"/>
                </a:solidFill>
              </a:rPr>
              <a:t>ą atliko</a:t>
            </a:r>
            <a:endParaRPr lang="en-US" dirty="0" smtClean="0">
              <a:solidFill>
                <a:schemeClr val="tx1"/>
              </a:solidFill>
            </a:endParaRPr>
          </a:p>
          <a:p>
            <a:r>
              <a:rPr lang="lt-LT" dirty="0" smtClean="0">
                <a:solidFill>
                  <a:schemeClr val="tx1"/>
                </a:solidFill>
              </a:rPr>
              <a:t>Lukas Kirilevičius</a:t>
            </a:r>
            <a:endParaRPr lang="en-US" dirty="0">
              <a:solidFill>
                <a:schemeClr val="tx1"/>
              </a:solidFill>
            </a:endParaRPr>
          </a:p>
        </p:txBody>
      </p:sp>
      <p:sp>
        <p:nvSpPr>
          <p:cNvPr id="4" name="Text Placeholder 7">
            <a:extLst>
              <a:ext uri="{FF2B5EF4-FFF2-40B4-BE49-F238E27FC236}">
                <a16:creationId xmlns:a16="http://schemas.microsoft.com/office/drawing/2014/main" id="{DF43B101-836F-7849-B640-6B542DBC814C}"/>
              </a:ext>
            </a:extLst>
          </p:cNvPr>
          <p:cNvSpPr txBox="1">
            <a:spLocks/>
          </p:cNvSpPr>
          <p:nvPr/>
        </p:nvSpPr>
        <p:spPr>
          <a:xfrm>
            <a:off x="632355" y="1952625"/>
            <a:ext cx="8854531" cy="2293911"/>
          </a:xfrm>
          <a:prstGeom prst="rect">
            <a:avLst/>
          </a:prstGeom>
        </p:spPr>
        <p:txBody>
          <a:bodyPr anchor="b"/>
          <a:lstStyle>
            <a:lvl1pPr marL="0" indent="0" algn="l" defTabSz="914400" rtl="0" eaLnBrk="1" latinLnBrk="0" hangingPunct="1">
              <a:lnSpc>
                <a:spcPct val="90000"/>
              </a:lnSpc>
              <a:spcBef>
                <a:spcPts val="1000"/>
              </a:spcBef>
              <a:buFont typeface="Arial" panose="020B0604020202020204" pitchFamily="34" charset="0"/>
              <a:buNone/>
              <a:defRPr sz="5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lt-LT" dirty="0"/>
              <a:t>Krepšinio turnyrų organizavimo sistema</a:t>
            </a:r>
            <a:endParaRPr lang="en-US" dirty="0"/>
          </a:p>
        </p:txBody>
      </p:sp>
      <p:pic>
        <p:nvPicPr>
          <p:cNvPr id="5" name="Picture 4">
            <a:extLst>
              <a:ext uri="{FF2B5EF4-FFF2-40B4-BE49-F238E27FC236}">
                <a16:creationId xmlns:a16="http://schemas.microsoft.com/office/drawing/2014/main" id="{CE4EE182-6452-884A-B8BC-F4D5154869C8}"/>
              </a:ext>
            </a:extLst>
          </p:cNvPr>
          <p:cNvPicPr>
            <a:picLocks noChangeAspect="1"/>
          </p:cNvPicPr>
          <p:nvPr/>
        </p:nvPicPr>
        <p:blipFill>
          <a:blip r:embed="rId3"/>
          <a:stretch>
            <a:fillRect/>
          </a:stretch>
        </p:blipFill>
        <p:spPr>
          <a:xfrm>
            <a:off x="10356850" y="0"/>
            <a:ext cx="190500" cy="6858000"/>
          </a:xfrm>
          <a:prstGeom prst="rect">
            <a:avLst/>
          </a:prstGeom>
        </p:spPr>
      </p:pic>
      <p:sp>
        <p:nvSpPr>
          <p:cNvPr id="6" name="Text Placeholder 2">
            <a:extLst>
              <a:ext uri="{FF2B5EF4-FFF2-40B4-BE49-F238E27FC236}">
                <a16:creationId xmlns:a16="http://schemas.microsoft.com/office/drawing/2014/main" id="{9BF6A53A-64ED-D24E-9605-263180428E60}"/>
              </a:ext>
            </a:extLst>
          </p:cNvPr>
          <p:cNvSpPr txBox="1">
            <a:spLocks/>
          </p:cNvSpPr>
          <p:nvPr/>
        </p:nvSpPr>
        <p:spPr>
          <a:xfrm rot="16200000">
            <a:off x="8847686" y="3603890"/>
            <a:ext cx="4985555" cy="643688"/>
          </a:xfrm>
          <a:prstGeom prst="rect">
            <a:avLst/>
          </a:prstGeom>
        </p:spPr>
        <p:txBody>
          <a:bodyPr anchor="ctr"/>
          <a:lstStyle>
            <a:lvl1pPr marL="0" indent="0" algn="l" defTabSz="914400" rtl="0" eaLnBrk="1" latinLnBrk="0" hangingPunct="1">
              <a:lnSpc>
                <a:spcPct val="130000"/>
              </a:lnSpc>
              <a:spcBef>
                <a:spcPts val="0"/>
              </a:spcBef>
              <a:buFont typeface="Arial" panose="020B0604020202020204" pitchFamily="34" charset="0"/>
              <a:buNone/>
              <a:defRPr sz="15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UŽ KIEKVIENOS TECHNOLOGIJOS – ŽMOGUS</a:t>
            </a:r>
            <a:endParaRPr lang="en-LT" dirty="0">
              <a:solidFill>
                <a:schemeClr val="tx1"/>
              </a:solidFill>
            </a:endParaRPr>
          </a:p>
        </p:txBody>
      </p:sp>
      <p:pic>
        <p:nvPicPr>
          <p:cNvPr id="7" name="Picture 6">
            <a:extLst>
              <a:ext uri="{FF2B5EF4-FFF2-40B4-BE49-F238E27FC236}">
                <a16:creationId xmlns:a16="http://schemas.microsoft.com/office/drawing/2014/main" id="{8F9935D9-B675-2A4C-BC04-3CF96A0029BD}"/>
              </a:ext>
            </a:extLst>
          </p:cNvPr>
          <p:cNvPicPr>
            <a:picLocks noChangeAspect="1"/>
          </p:cNvPicPr>
          <p:nvPr/>
        </p:nvPicPr>
        <p:blipFill rotWithShape="1">
          <a:blip r:embed="rId4"/>
          <a:srcRect t="3" r="14257" b="-238517"/>
          <a:stretch/>
        </p:blipFill>
        <p:spPr>
          <a:xfrm>
            <a:off x="0" y="958421"/>
            <a:ext cx="10453816" cy="128974"/>
          </a:xfrm>
          <a:prstGeom prst="rect">
            <a:avLst/>
          </a:prstGeom>
        </p:spPr>
      </p:pic>
      <p:pic>
        <p:nvPicPr>
          <p:cNvPr id="8" name="Picture 7">
            <a:extLst>
              <a:ext uri="{FF2B5EF4-FFF2-40B4-BE49-F238E27FC236}">
                <a16:creationId xmlns:a16="http://schemas.microsoft.com/office/drawing/2014/main" id="{A5A5E0F2-68F2-B243-8DB3-90B38C236904}"/>
              </a:ext>
            </a:extLst>
          </p:cNvPr>
          <p:cNvPicPr>
            <a:picLocks noChangeAspect="1"/>
          </p:cNvPicPr>
          <p:nvPr/>
        </p:nvPicPr>
        <p:blipFill>
          <a:blip r:embed="rId5"/>
          <a:stretch>
            <a:fillRect/>
          </a:stretch>
        </p:blipFill>
        <p:spPr>
          <a:xfrm>
            <a:off x="7293495" y="858795"/>
            <a:ext cx="1104900" cy="254000"/>
          </a:xfrm>
          <a:prstGeom prst="rect">
            <a:avLst/>
          </a:prstGeom>
        </p:spPr>
      </p:pic>
    </p:spTree>
    <p:extLst>
      <p:ext uri="{BB962C8B-B14F-4D97-AF65-F5344CB8AC3E}">
        <p14:creationId xmlns:p14="http://schemas.microsoft.com/office/powerpoint/2010/main" val="29533738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9072D4-1620-E84B-874C-91088151B753}"/>
              </a:ext>
            </a:extLst>
          </p:cNvPr>
          <p:cNvPicPr>
            <a:picLocks noChangeAspect="1"/>
          </p:cNvPicPr>
          <p:nvPr/>
        </p:nvPicPr>
        <p:blipFill>
          <a:blip r:embed="rId2"/>
          <a:stretch>
            <a:fillRect/>
          </a:stretch>
        </p:blipFill>
        <p:spPr>
          <a:xfrm>
            <a:off x="456921" y="424809"/>
            <a:ext cx="862883" cy="983770"/>
          </a:xfrm>
          <a:prstGeom prst="rect">
            <a:avLst/>
          </a:prstGeom>
        </p:spPr>
      </p:pic>
      <p:sp>
        <p:nvSpPr>
          <p:cNvPr id="3" name="Text Placeholder 5">
            <a:extLst>
              <a:ext uri="{FF2B5EF4-FFF2-40B4-BE49-F238E27FC236}">
                <a16:creationId xmlns:a16="http://schemas.microsoft.com/office/drawing/2014/main" id="{278D5CDE-EE26-4348-B09D-C90DC0AC6CAF}"/>
              </a:ext>
            </a:extLst>
          </p:cNvPr>
          <p:cNvSpPr txBox="1">
            <a:spLocks/>
          </p:cNvSpPr>
          <p:nvPr/>
        </p:nvSpPr>
        <p:spPr>
          <a:xfrm>
            <a:off x="2613221" y="1960510"/>
            <a:ext cx="6975279" cy="4276777"/>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lt-LT" dirty="0" smtClean="0">
                <a:solidFill>
                  <a:schemeClr val="tx1"/>
                </a:solidFill>
              </a:rPr>
              <a:t>Darbo </a:t>
            </a:r>
            <a:r>
              <a:rPr lang="lt-LT" dirty="0">
                <a:solidFill>
                  <a:schemeClr val="tx1"/>
                </a:solidFill>
              </a:rPr>
              <a:t>tikslas – sumažinti krepšinio turnyrų administravimo rankinio darbo kiekį ir pagerinti turnyro duomenų valdymą, sukuriant vieningą sistemą komandų, rungtynių, paraiškų, tvarkaraščių ir rezultatų administravimui.</a:t>
            </a:r>
          </a:p>
          <a:p>
            <a:pPr marL="342900" indent="-342900">
              <a:buFont typeface="Arial" panose="020B0604020202020204" pitchFamily="34" charset="0"/>
              <a:buChar char="•"/>
            </a:pPr>
            <a:r>
              <a:rPr lang="lt-LT" dirty="0" smtClean="0">
                <a:solidFill>
                  <a:schemeClr val="tx1"/>
                </a:solidFill>
              </a:rPr>
              <a:t>Sistema </a:t>
            </a:r>
            <a:r>
              <a:rPr lang="lt-LT" dirty="0">
                <a:solidFill>
                  <a:schemeClr val="tx1"/>
                </a:solidFill>
              </a:rPr>
              <a:t>skirta centralizuoti turnyro duomenis, nuosekliai sekti turnyro eigą, patogiai atnaujinti informaciją ir aiškiai ją pateikti turnyro dalyviams.</a:t>
            </a:r>
            <a:endParaRPr lang="en-US" dirty="0">
              <a:solidFill>
                <a:schemeClr val="tx1"/>
              </a:solidFill>
            </a:endParaRPr>
          </a:p>
        </p:txBody>
      </p:sp>
      <p:sp>
        <p:nvSpPr>
          <p:cNvPr id="4" name="Text Placeholder 4">
            <a:extLst>
              <a:ext uri="{FF2B5EF4-FFF2-40B4-BE49-F238E27FC236}">
                <a16:creationId xmlns:a16="http://schemas.microsoft.com/office/drawing/2014/main" id="{D96E5C24-BC6D-AE4C-B1DB-B4259391BFCF}"/>
              </a:ext>
            </a:extLst>
          </p:cNvPr>
          <p:cNvSpPr txBox="1">
            <a:spLocks/>
          </p:cNvSpPr>
          <p:nvPr/>
        </p:nvSpPr>
        <p:spPr>
          <a:xfrm>
            <a:off x="2613221" y="600737"/>
            <a:ext cx="8037512"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Tikslas</a:t>
            </a:r>
            <a:endParaRPr lang="en-US" dirty="0"/>
          </a:p>
        </p:txBody>
      </p:sp>
      <p:pic>
        <p:nvPicPr>
          <p:cNvPr id="5" name="Picture 4">
            <a:extLst>
              <a:ext uri="{FF2B5EF4-FFF2-40B4-BE49-F238E27FC236}">
                <a16:creationId xmlns:a16="http://schemas.microsoft.com/office/drawing/2014/main" id="{DE868BDD-AB53-DF4E-A88F-96488FBA4C3F}"/>
              </a:ext>
            </a:extLst>
          </p:cNvPr>
          <p:cNvPicPr>
            <a:picLocks noChangeAspect="1"/>
          </p:cNvPicPr>
          <p:nvPr/>
        </p:nvPicPr>
        <p:blipFill>
          <a:blip r:embed="rId3"/>
          <a:stretch>
            <a:fillRect/>
          </a:stretch>
        </p:blipFill>
        <p:spPr>
          <a:xfrm>
            <a:off x="1646472" y="0"/>
            <a:ext cx="190500" cy="6858000"/>
          </a:xfrm>
          <a:prstGeom prst="rect">
            <a:avLst/>
          </a:prstGeom>
        </p:spPr>
      </p:pic>
      <p:sp>
        <p:nvSpPr>
          <p:cNvPr id="6" name="Text Placeholder 2">
            <a:extLst>
              <a:ext uri="{FF2B5EF4-FFF2-40B4-BE49-F238E27FC236}">
                <a16:creationId xmlns:a16="http://schemas.microsoft.com/office/drawing/2014/main" id="{0B85795B-A405-1343-9A10-FBEB3F7BED44}"/>
              </a:ext>
            </a:extLst>
          </p:cNvPr>
          <p:cNvSpPr txBox="1">
            <a:spLocks/>
          </p:cNvSpPr>
          <p:nvPr/>
        </p:nvSpPr>
        <p:spPr>
          <a:xfrm rot="16200000">
            <a:off x="-1604416" y="3603891"/>
            <a:ext cx="4985555" cy="643688"/>
          </a:xfrm>
          <a:prstGeom prst="rect">
            <a:avLst/>
          </a:prstGeom>
        </p:spPr>
        <p:txBody>
          <a:bodyPr anchor="ctr"/>
          <a:lstStyle>
            <a:lvl1pPr marL="0" indent="0" algn="l" defTabSz="914400" rtl="0" eaLnBrk="1" latinLnBrk="0" hangingPunct="1">
              <a:lnSpc>
                <a:spcPct val="130000"/>
              </a:lnSpc>
              <a:spcBef>
                <a:spcPts val="0"/>
              </a:spcBef>
              <a:buFont typeface="Arial" panose="020B0604020202020204" pitchFamily="34" charset="0"/>
              <a:buNone/>
              <a:defRPr sz="15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UŽ KIEKVIENOS TECHNOLOGIJOS – ŽMOGUS</a:t>
            </a:r>
            <a:endParaRPr lang="en-LT" dirty="0">
              <a:solidFill>
                <a:schemeClr val="tx1"/>
              </a:solidFill>
            </a:endParaRPr>
          </a:p>
        </p:txBody>
      </p:sp>
      <p:sp>
        <p:nvSpPr>
          <p:cNvPr id="7" name="Slide Number Placeholder 3">
            <a:extLst>
              <a:ext uri="{FF2B5EF4-FFF2-40B4-BE49-F238E27FC236}">
                <a16:creationId xmlns:a16="http://schemas.microsoft.com/office/drawing/2014/main" id="{DBFD8B21-52CF-FB47-A8E6-5D1FCFFBA47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2</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2844886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9072D4-1620-E84B-874C-91088151B753}"/>
              </a:ext>
            </a:extLst>
          </p:cNvPr>
          <p:cNvPicPr>
            <a:picLocks noChangeAspect="1"/>
          </p:cNvPicPr>
          <p:nvPr/>
        </p:nvPicPr>
        <p:blipFill>
          <a:blip r:embed="rId2"/>
          <a:stretch>
            <a:fillRect/>
          </a:stretch>
        </p:blipFill>
        <p:spPr>
          <a:xfrm>
            <a:off x="456921" y="424809"/>
            <a:ext cx="862883" cy="983770"/>
          </a:xfrm>
          <a:prstGeom prst="rect">
            <a:avLst/>
          </a:prstGeom>
        </p:spPr>
      </p:pic>
      <p:sp>
        <p:nvSpPr>
          <p:cNvPr id="3" name="Text Placeholder 5">
            <a:extLst>
              <a:ext uri="{FF2B5EF4-FFF2-40B4-BE49-F238E27FC236}">
                <a16:creationId xmlns:a16="http://schemas.microsoft.com/office/drawing/2014/main" id="{278D5CDE-EE26-4348-B09D-C90DC0AC6CAF}"/>
              </a:ext>
            </a:extLst>
          </p:cNvPr>
          <p:cNvSpPr txBox="1">
            <a:spLocks/>
          </p:cNvSpPr>
          <p:nvPr/>
        </p:nvSpPr>
        <p:spPr>
          <a:xfrm>
            <a:off x="2613221" y="1960510"/>
            <a:ext cx="6975279" cy="4276777"/>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lt-LT" dirty="0">
                <a:solidFill>
                  <a:schemeClr val="tx1"/>
                </a:solidFill>
              </a:rPr>
              <a:t>I</a:t>
            </a:r>
            <a:r>
              <a:rPr lang="lt-LT" dirty="0" smtClean="0">
                <a:solidFill>
                  <a:schemeClr val="tx1"/>
                </a:solidFill>
              </a:rPr>
              <a:t>šanalizuoti </a:t>
            </a:r>
            <a:r>
              <a:rPr lang="lt-LT" dirty="0">
                <a:solidFill>
                  <a:schemeClr val="tx1"/>
                </a:solidFill>
              </a:rPr>
              <a:t>krepšinio turnyrų organizavimo procesą ir rinkoje esančius panašius turnyrų valdymo sprendimus.</a:t>
            </a:r>
          </a:p>
          <a:p>
            <a:r>
              <a:rPr lang="lt-LT" dirty="0" smtClean="0">
                <a:solidFill>
                  <a:schemeClr val="tx1"/>
                </a:solidFill>
              </a:rPr>
              <a:t>Apibrėžti </a:t>
            </a:r>
            <a:r>
              <a:rPr lang="lt-LT" dirty="0">
                <a:solidFill>
                  <a:schemeClr val="tx1"/>
                </a:solidFill>
              </a:rPr>
              <a:t>kuriamos sistemos funkcinius ir nefunkcinius reikalavimus.</a:t>
            </a:r>
          </a:p>
          <a:p>
            <a:r>
              <a:rPr lang="lt-LT" dirty="0" smtClean="0">
                <a:solidFill>
                  <a:schemeClr val="tx1"/>
                </a:solidFill>
              </a:rPr>
              <a:t>Sudaryti </a:t>
            </a:r>
            <a:r>
              <a:rPr lang="lt-LT" dirty="0">
                <a:solidFill>
                  <a:schemeClr val="tx1"/>
                </a:solidFill>
              </a:rPr>
              <a:t>krepšinio turnyrų organizavimo sistemos projektą.</a:t>
            </a:r>
          </a:p>
          <a:p>
            <a:r>
              <a:rPr lang="lt-LT" dirty="0" smtClean="0">
                <a:solidFill>
                  <a:schemeClr val="tx1"/>
                </a:solidFill>
              </a:rPr>
              <a:t>Realizuoti </a:t>
            </a:r>
            <a:r>
              <a:rPr lang="lt-LT" dirty="0">
                <a:solidFill>
                  <a:schemeClr val="tx1"/>
                </a:solidFill>
              </a:rPr>
              <a:t>ir ištestuoti sistemą pagal sudarytą projektą.</a:t>
            </a:r>
          </a:p>
          <a:p>
            <a:r>
              <a:rPr lang="lt-LT" dirty="0" smtClean="0">
                <a:solidFill>
                  <a:schemeClr val="tx1"/>
                </a:solidFill>
              </a:rPr>
              <a:t>Parengti </a:t>
            </a:r>
            <a:r>
              <a:rPr lang="lt-LT" dirty="0">
                <a:solidFill>
                  <a:schemeClr val="tx1"/>
                </a:solidFill>
              </a:rPr>
              <a:t>sistemos naudojimo, diegimo ir administravimo dokumentaciją.</a:t>
            </a:r>
            <a:endParaRPr lang="en-US" dirty="0">
              <a:solidFill>
                <a:schemeClr val="tx1"/>
              </a:solidFill>
            </a:endParaRPr>
          </a:p>
        </p:txBody>
      </p:sp>
      <p:sp>
        <p:nvSpPr>
          <p:cNvPr id="4" name="Text Placeholder 4">
            <a:extLst>
              <a:ext uri="{FF2B5EF4-FFF2-40B4-BE49-F238E27FC236}">
                <a16:creationId xmlns:a16="http://schemas.microsoft.com/office/drawing/2014/main" id="{D96E5C24-BC6D-AE4C-B1DB-B4259391BFCF}"/>
              </a:ext>
            </a:extLst>
          </p:cNvPr>
          <p:cNvSpPr txBox="1">
            <a:spLocks/>
          </p:cNvSpPr>
          <p:nvPr/>
        </p:nvSpPr>
        <p:spPr>
          <a:xfrm>
            <a:off x="2613221" y="600737"/>
            <a:ext cx="8037512"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Uždaviniai</a:t>
            </a:r>
            <a:endParaRPr lang="en-US" dirty="0"/>
          </a:p>
        </p:txBody>
      </p:sp>
      <p:pic>
        <p:nvPicPr>
          <p:cNvPr id="5" name="Picture 4">
            <a:extLst>
              <a:ext uri="{FF2B5EF4-FFF2-40B4-BE49-F238E27FC236}">
                <a16:creationId xmlns:a16="http://schemas.microsoft.com/office/drawing/2014/main" id="{DE868BDD-AB53-DF4E-A88F-96488FBA4C3F}"/>
              </a:ext>
            </a:extLst>
          </p:cNvPr>
          <p:cNvPicPr>
            <a:picLocks noChangeAspect="1"/>
          </p:cNvPicPr>
          <p:nvPr/>
        </p:nvPicPr>
        <p:blipFill>
          <a:blip r:embed="rId3"/>
          <a:stretch>
            <a:fillRect/>
          </a:stretch>
        </p:blipFill>
        <p:spPr>
          <a:xfrm>
            <a:off x="1646472" y="0"/>
            <a:ext cx="190500" cy="6858000"/>
          </a:xfrm>
          <a:prstGeom prst="rect">
            <a:avLst/>
          </a:prstGeom>
        </p:spPr>
      </p:pic>
      <p:sp>
        <p:nvSpPr>
          <p:cNvPr id="6" name="Text Placeholder 2">
            <a:extLst>
              <a:ext uri="{FF2B5EF4-FFF2-40B4-BE49-F238E27FC236}">
                <a16:creationId xmlns:a16="http://schemas.microsoft.com/office/drawing/2014/main" id="{0B85795B-A405-1343-9A10-FBEB3F7BED44}"/>
              </a:ext>
            </a:extLst>
          </p:cNvPr>
          <p:cNvSpPr txBox="1">
            <a:spLocks/>
          </p:cNvSpPr>
          <p:nvPr/>
        </p:nvSpPr>
        <p:spPr>
          <a:xfrm rot="16200000">
            <a:off x="-1604416" y="3603891"/>
            <a:ext cx="4985555" cy="643688"/>
          </a:xfrm>
          <a:prstGeom prst="rect">
            <a:avLst/>
          </a:prstGeom>
        </p:spPr>
        <p:txBody>
          <a:bodyPr anchor="ctr"/>
          <a:lstStyle>
            <a:lvl1pPr marL="0" indent="0" algn="l" defTabSz="914400" rtl="0" eaLnBrk="1" latinLnBrk="0" hangingPunct="1">
              <a:lnSpc>
                <a:spcPct val="130000"/>
              </a:lnSpc>
              <a:spcBef>
                <a:spcPts val="0"/>
              </a:spcBef>
              <a:buFont typeface="Arial" panose="020B0604020202020204" pitchFamily="34" charset="0"/>
              <a:buNone/>
              <a:defRPr sz="15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UŽ KIEKVIENOS TECHNOLOGIJOS – ŽMOGUS</a:t>
            </a:r>
            <a:endParaRPr lang="en-LT" dirty="0">
              <a:solidFill>
                <a:schemeClr val="tx1"/>
              </a:solidFill>
            </a:endParaRPr>
          </a:p>
        </p:txBody>
      </p:sp>
      <p:sp>
        <p:nvSpPr>
          <p:cNvPr id="7" name="Slide Number Placeholder 3">
            <a:extLst>
              <a:ext uri="{FF2B5EF4-FFF2-40B4-BE49-F238E27FC236}">
                <a16:creationId xmlns:a16="http://schemas.microsoft.com/office/drawing/2014/main" id="{DBFD8B21-52CF-FB47-A8E6-5D1FCFFBA47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3</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2844886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9072D4-1620-E84B-874C-91088151B753}"/>
              </a:ext>
            </a:extLst>
          </p:cNvPr>
          <p:cNvPicPr>
            <a:picLocks noChangeAspect="1"/>
          </p:cNvPicPr>
          <p:nvPr/>
        </p:nvPicPr>
        <p:blipFill>
          <a:blip r:embed="rId2"/>
          <a:stretch>
            <a:fillRect/>
          </a:stretch>
        </p:blipFill>
        <p:spPr>
          <a:xfrm>
            <a:off x="456921" y="424809"/>
            <a:ext cx="862883" cy="983770"/>
          </a:xfrm>
          <a:prstGeom prst="rect">
            <a:avLst/>
          </a:prstGeom>
        </p:spPr>
      </p:pic>
      <p:sp>
        <p:nvSpPr>
          <p:cNvPr id="3" name="Text Placeholder 5">
            <a:extLst>
              <a:ext uri="{FF2B5EF4-FFF2-40B4-BE49-F238E27FC236}">
                <a16:creationId xmlns:a16="http://schemas.microsoft.com/office/drawing/2014/main" id="{278D5CDE-EE26-4348-B09D-C90DC0AC6CAF}"/>
              </a:ext>
            </a:extLst>
          </p:cNvPr>
          <p:cNvSpPr txBox="1">
            <a:spLocks/>
          </p:cNvSpPr>
          <p:nvPr/>
        </p:nvSpPr>
        <p:spPr>
          <a:xfrm>
            <a:off x="2613221" y="1960510"/>
            <a:ext cx="6975279" cy="4276777"/>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lt-LT" dirty="0" err="1">
                <a:solidFill>
                  <a:schemeClr val="tx1"/>
                </a:solidFill>
              </a:rPr>
              <a:t>Frontend</a:t>
            </a:r>
            <a:r>
              <a:rPr lang="lt-LT" dirty="0">
                <a:solidFill>
                  <a:schemeClr val="tx1"/>
                </a:solidFill>
              </a:rPr>
              <a:t>: apie 11 000 kodo eilučių</a:t>
            </a:r>
          </a:p>
          <a:p>
            <a:pPr marL="342900" indent="-342900">
              <a:buFont typeface="Arial" panose="020B0604020202020204" pitchFamily="34" charset="0"/>
              <a:buChar char="•"/>
            </a:pPr>
            <a:r>
              <a:rPr lang="lt-LT" dirty="0" err="1">
                <a:solidFill>
                  <a:schemeClr val="tx1"/>
                </a:solidFill>
              </a:rPr>
              <a:t>Backend</a:t>
            </a:r>
            <a:r>
              <a:rPr lang="lt-LT" dirty="0">
                <a:solidFill>
                  <a:schemeClr val="tx1"/>
                </a:solidFill>
              </a:rPr>
              <a:t>: apie 7 200 kodo eilučių</a:t>
            </a:r>
          </a:p>
          <a:p>
            <a:pPr marL="342900" indent="-342900">
              <a:buFont typeface="Arial" panose="020B0604020202020204" pitchFamily="34" charset="0"/>
              <a:buChar char="•"/>
            </a:pPr>
            <a:r>
              <a:rPr lang="lt-LT" dirty="0">
                <a:solidFill>
                  <a:schemeClr val="tx1"/>
                </a:solidFill>
              </a:rPr>
              <a:t>Testai: apie 2 600 kodo eilučių</a:t>
            </a:r>
            <a:endParaRPr lang="en-US" dirty="0">
              <a:solidFill>
                <a:schemeClr val="tx1"/>
              </a:solidFill>
            </a:endParaRPr>
          </a:p>
        </p:txBody>
      </p:sp>
      <p:sp>
        <p:nvSpPr>
          <p:cNvPr id="4" name="Text Placeholder 4">
            <a:extLst>
              <a:ext uri="{FF2B5EF4-FFF2-40B4-BE49-F238E27FC236}">
                <a16:creationId xmlns:a16="http://schemas.microsoft.com/office/drawing/2014/main" id="{D96E5C24-BC6D-AE4C-B1DB-B4259391BFCF}"/>
              </a:ext>
            </a:extLst>
          </p:cNvPr>
          <p:cNvSpPr txBox="1">
            <a:spLocks/>
          </p:cNvSpPr>
          <p:nvPr/>
        </p:nvSpPr>
        <p:spPr>
          <a:xfrm>
            <a:off x="2613221" y="600737"/>
            <a:ext cx="8037512"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Projekto apimtis</a:t>
            </a:r>
            <a:endParaRPr lang="en-US" dirty="0"/>
          </a:p>
        </p:txBody>
      </p:sp>
      <p:pic>
        <p:nvPicPr>
          <p:cNvPr id="5" name="Picture 4">
            <a:extLst>
              <a:ext uri="{FF2B5EF4-FFF2-40B4-BE49-F238E27FC236}">
                <a16:creationId xmlns:a16="http://schemas.microsoft.com/office/drawing/2014/main" id="{DE868BDD-AB53-DF4E-A88F-96488FBA4C3F}"/>
              </a:ext>
            </a:extLst>
          </p:cNvPr>
          <p:cNvPicPr>
            <a:picLocks noChangeAspect="1"/>
          </p:cNvPicPr>
          <p:nvPr/>
        </p:nvPicPr>
        <p:blipFill>
          <a:blip r:embed="rId3"/>
          <a:stretch>
            <a:fillRect/>
          </a:stretch>
        </p:blipFill>
        <p:spPr>
          <a:xfrm>
            <a:off x="1646472" y="0"/>
            <a:ext cx="190500" cy="6858000"/>
          </a:xfrm>
          <a:prstGeom prst="rect">
            <a:avLst/>
          </a:prstGeom>
        </p:spPr>
      </p:pic>
      <p:sp>
        <p:nvSpPr>
          <p:cNvPr id="6" name="Text Placeholder 2">
            <a:extLst>
              <a:ext uri="{FF2B5EF4-FFF2-40B4-BE49-F238E27FC236}">
                <a16:creationId xmlns:a16="http://schemas.microsoft.com/office/drawing/2014/main" id="{0B85795B-A405-1343-9A10-FBEB3F7BED44}"/>
              </a:ext>
            </a:extLst>
          </p:cNvPr>
          <p:cNvSpPr txBox="1">
            <a:spLocks/>
          </p:cNvSpPr>
          <p:nvPr/>
        </p:nvSpPr>
        <p:spPr>
          <a:xfrm rot="16200000">
            <a:off x="-1604416" y="3603891"/>
            <a:ext cx="4985555" cy="643688"/>
          </a:xfrm>
          <a:prstGeom prst="rect">
            <a:avLst/>
          </a:prstGeom>
        </p:spPr>
        <p:txBody>
          <a:bodyPr anchor="ctr"/>
          <a:lstStyle>
            <a:lvl1pPr marL="0" indent="0" algn="l" defTabSz="914400" rtl="0" eaLnBrk="1" latinLnBrk="0" hangingPunct="1">
              <a:lnSpc>
                <a:spcPct val="130000"/>
              </a:lnSpc>
              <a:spcBef>
                <a:spcPts val="0"/>
              </a:spcBef>
              <a:buFont typeface="Arial" panose="020B0604020202020204" pitchFamily="34" charset="0"/>
              <a:buNone/>
              <a:defRPr sz="15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UŽ KIEKVIENOS TECHNOLOGIJOS – ŽMOGUS</a:t>
            </a:r>
            <a:endParaRPr lang="en-LT" dirty="0">
              <a:solidFill>
                <a:schemeClr val="tx1"/>
              </a:solidFill>
            </a:endParaRPr>
          </a:p>
        </p:txBody>
      </p:sp>
      <p:sp>
        <p:nvSpPr>
          <p:cNvPr id="7" name="Slide Number Placeholder 3">
            <a:extLst>
              <a:ext uri="{FF2B5EF4-FFF2-40B4-BE49-F238E27FC236}">
                <a16:creationId xmlns:a16="http://schemas.microsoft.com/office/drawing/2014/main" id="{DBFD8B21-52CF-FB47-A8E6-5D1FCFFBA47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4</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2844886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3E404E78-09E8-5C4B-B72F-9298DF60639A}"/>
              </a:ext>
            </a:extLst>
          </p:cNvPr>
          <p:cNvSpPr txBox="1">
            <a:spLocks/>
          </p:cNvSpPr>
          <p:nvPr/>
        </p:nvSpPr>
        <p:spPr>
          <a:xfrm>
            <a:off x="641644" y="600737"/>
            <a:ext cx="9908045"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Palyginimas</a:t>
            </a:r>
            <a:r>
              <a:rPr lang="en-US" dirty="0"/>
              <a:t> </a:t>
            </a:r>
            <a:r>
              <a:rPr lang="en-US" dirty="0" err="1"/>
              <a:t>su</a:t>
            </a:r>
            <a:r>
              <a:rPr lang="en-US" dirty="0"/>
              <a:t> </a:t>
            </a:r>
            <a:r>
              <a:rPr lang="en-US" dirty="0" err="1"/>
              <a:t>egzistuojančiais</a:t>
            </a:r>
            <a:r>
              <a:rPr lang="en-US" dirty="0"/>
              <a:t> </a:t>
            </a:r>
            <a:r>
              <a:rPr lang="en-US" dirty="0" err="1"/>
              <a:t>sprendimais</a:t>
            </a:r>
            <a:endParaRPr lang="en-US" dirty="0"/>
          </a:p>
        </p:txBody>
      </p:sp>
      <p:pic>
        <p:nvPicPr>
          <p:cNvPr id="3" name="Picture 2">
            <a:extLst>
              <a:ext uri="{FF2B5EF4-FFF2-40B4-BE49-F238E27FC236}">
                <a16:creationId xmlns:a16="http://schemas.microsoft.com/office/drawing/2014/main" id="{547D53B0-CDBF-9C44-904B-988A0A2F4490}"/>
              </a:ext>
            </a:extLst>
          </p:cNvPr>
          <p:cNvPicPr>
            <a:picLocks noChangeAspect="1"/>
          </p:cNvPicPr>
          <p:nvPr/>
        </p:nvPicPr>
        <p:blipFill>
          <a:blip r:embed="rId2"/>
          <a:stretch>
            <a:fillRect/>
          </a:stretch>
        </p:blipFill>
        <p:spPr>
          <a:xfrm>
            <a:off x="11013890" y="0"/>
            <a:ext cx="38100" cy="6858000"/>
          </a:xfrm>
          <a:prstGeom prst="rect">
            <a:avLst/>
          </a:prstGeom>
        </p:spPr>
      </p:pic>
      <p:sp>
        <p:nvSpPr>
          <p:cNvPr id="4" name="Text Placeholder 2">
            <a:extLst>
              <a:ext uri="{FF2B5EF4-FFF2-40B4-BE49-F238E27FC236}">
                <a16:creationId xmlns:a16="http://schemas.microsoft.com/office/drawing/2014/main" id="{EA7FB8EC-0EF5-1145-99CB-C6F5B401C834}"/>
              </a:ext>
            </a:extLst>
          </p:cNvPr>
          <p:cNvSpPr txBox="1">
            <a:spLocks/>
          </p:cNvSpPr>
          <p:nvPr/>
        </p:nvSpPr>
        <p:spPr>
          <a:xfrm rot="16200000">
            <a:off x="9406361" y="3040008"/>
            <a:ext cx="4397904" cy="1173382"/>
          </a:xfrm>
          <a:prstGeom prst="rect">
            <a:avLst/>
          </a:prstGeom>
        </p:spPr>
        <p:txBody>
          <a:bodyPr anchor="ctr"/>
          <a:lstStyle>
            <a:lvl1pPr marL="0" indent="0" algn="l" defTabSz="914400" rtl="0" eaLnBrk="1" latinLnBrk="0" hangingPunct="1">
              <a:lnSpc>
                <a:spcPct val="130000"/>
              </a:lnSpc>
              <a:spcBef>
                <a:spcPts val="0"/>
              </a:spcBef>
              <a:buFont typeface="Arial" panose="020B0604020202020204" pitchFamily="34" charset="0"/>
              <a:buNone/>
              <a:defRPr sz="13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UŽ KIEKVIENOS TECHNOLOGIJOS – ŽMOGUS</a:t>
            </a:r>
            <a:endParaRPr lang="en-LT" dirty="0">
              <a:solidFill>
                <a:schemeClr val="tx1"/>
              </a:solidFill>
            </a:endParaRPr>
          </a:p>
        </p:txBody>
      </p:sp>
      <p:pic>
        <p:nvPicPr>
          <p:cNvPr id="5" name="Picture 4">
            <a:extLst>
              <a:ext uri="{FF2B5EF4-FFF2-40B4-BE49-F238E27FC236}">
                <a16:creationId xmlns:a16="http://schemas.microsoft.com/office/drawing/2014/main" id="{747F8CBB-B9EC-7B48-B010-FC64512FBCD0}"/>
              </a:ext>
            </a:extLst>
          </p:cNvPr>
          <p:cNvPicPr>
            <a:picLocks noChangeAspect="1"/>
          </p:cNvPicPr>
          <p:nvPr/>
        </p:nvPicPr>
        <p:blipFill rotWithShape="1">
          <a:blip r:embed="rId3"/>
          <a:srcRect t="-1" r="9663" b="-12809"/>
          <a:stretch/>
        </p:blipFill>
        <p:spPr>
          <a:xfrm>
            <a:off x="0" y="1356723"/>
            <a:ext cx="11013890" cy="214901"/>
          </a:xfrm>
          <a:prstGeom prst="rect">
            <a:avLst/>
          </a:prstGeom>
        </p:spPr>
      </p:pic>
      <p:sp>
        <p:nvSpPr>
          <p:cNvPr id="7" name="Text Placeholder 20">
            <a:extLst>
              <a:ext uri="{FF2B5EF4-FFF2-40B4-BE49-F238E27FC236}">
                <a16:creationId xmlns:a16="http://schemas.microsoft.com/office/drawing/2014/main" id="{272DBFE9-D011-7F4E-B35C-016A4CD995E2}"/>
              </a:ext>
            </a:extLst>
          </p:cNvPr>
          <p:cNvSpPr txBox="1">
            <a:spLocks/>
          </p:cNvSpPr>
          <p:nvPr/>
        </p:nvSpPr>
        <p:spPr>
          <a:xfrm>
            <a:off x="643723" y="3048000"/>
            <a:ext cx="9828212" cy="1019347"/>
          </a:xfrm>
          <a:prstGeom prst="rect">
            <a:avLst/>
          </a:prstGeom>
        </p:spPr>
        <p:txBody>
          <a:bodyPr anchor="b"/>
          <a:lstStyle>
            <a:lvl1pPr marL="0" indent="0" algn="l" defTabSz="914400" rtl="0" eaLnBrk="1" latinLnBrk="0" hangingPunct="1">
              <a:lnSpc>
                <a:spcPct val="110000"/>
              </a:lnSpc>
              <a:spcBef>
                <a:spcPts val="0"/>
              </a:spcBef>
              <a:spcAft>
                <a:spcPts val="0"/>
              </a:spcAft>
              <a:buFont typeface="+mj-lt"/>
              <a:buNone/>
              <a:defRPr sz="22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lt-LT" dirty="0">
              <a:solidFill>
                <a:schemeClr val="tx1"/>
              </a:solidFill>
            </a:endParaRPr>
          </a:p>
        </p:txBody>
      </p:sp>
      <p:pic>
        <p:nvPicPr>
          <p:cNvPr id="8" name="Picture 7">
            <a:extLst>
              <a:ext uri="{FF2B5EF4-FFF2-40B4-BE49-F238E27FC236}">
                <a16:creationId xmlns:a16="http://schemas.microsoft.com/office/drawing/2014/main" id="{E451A2DA-6D5A-2041-AC1A-068D42A03C5C}"/>
              </a:ext>
            </a:extLst>
          </p:cNvPr>
          <p:cNvPicPr>
            <a:picLocks noChangeAspect="1"/>
          </p:cNvPicPr>
          <p:nvPr/>
        </p:nvPicPr>
        <p:blipFill>
          <a:blip r:embed="rId4"/>
          <a:stretch>
            <a:fillRect/>
          </a:stretch>
        </p:blipFill>
        <p:spPr>
          <a:xfrm>
            <a:off x="11314565" y="696317"/>
            <a:ext cx="590984" cy="318475"/>
          </a:xfrm>
          <a:prstGeom prst="rect">
            <a:avLst/>
          </a:prstGeom>
        </p:spPr>
      </p:pic>
      <p:sp>
        <p:nvSpPr>
          <p:cNvPr id="9" name="Slide Number Placeholder 3">
            <a:extLst>
              <a:ext uri="{FF2B5EF4-FFF2-40B4-BE49-F238E27FC236}">
                <a16:creationId xmlns:a16="http://schemas.microsoft.com/office/drawing/2014/main" id="{37D8C618-9836-4142-8960-B79527B82FFF}"/>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5</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676453002"/>
              </p:ext>
            </p:extLst>
          </p:nvPr>
        </p:nvGraphicFramePr>
        <p:xfrm>
          <a:off x="489109" y="1571624"/>
          <a:ext cx="10160940" cy="4277360"/>
        </p:xfrm>
        <a:graphic>
          <a:graphicData uri="http://schemas.openxmlformats.org/drawingml/2006/table">
            <a:tbl>
              <a:tblPr firstRow="1" bandRow="1">
                <a:tableStyleId>{073A0DAA-6AF3-43AB-8588-CEC1D06C72B9}</a:tableStyleId>
              </a:tblPr>
              <a:tblGrid>
                <a:gridCol w="2733593">
                  <a:extLst>
                    <a:ext uri="{9D8B030D-6E8A-4147-A177-3AD203B41FA5}">
                      <a16:colId xmlns:a16="http://schemas.microsoft.com/office/drawing/2014/main" val="1128931899"/>
                    </a:ext>
                  </a:extLst>
                </a:gridCol>
                <a:gridCol w="1684207">
                  <a:extLst>
                    <a:ext uri="{9D8B030D-6E8A-4147-A177-3AD203B41FA5}">
                      <a16:colId xmlns:a16="http://schemas.microsoft.com/office/drawing/2014/main" val="2116413397"/>
                    </a:ext>
                  </a:extLst>
                </a:gridCol>
                <a:gridCol w="1840750">
                  <a:extLst>
                    <a:ext uri="{9D8B030D-6E8A-4147-A177-3AD203B41FA5}">
                      <a16:colId xmlns:a16="http://schemas.microsoft.com/office/drawing/2014/main" val="3748472490"/>
                    </a:ext>
                  </a:extLst>
                </a:gridCol>
                <a:gridCol w="1693490">
                  <a:extLst>
                    <a:ext uri="{9D8B030D-6E8A-4147-A177-3AD203B41FA5}">
                      <a16:colId xmlns:a16="http://schemas.microsoft.com/office/drawing/2014/main" val="2450430451"/>
                    </a:ext>
                  </a:extLst>
                </a:gridCol>
                <a:gridCol w="2208900">
                  <a:extLst>
                    <a:ext uri="{9D8B030D-6E8A-4147-A177-3AD203B41FA5}">
                      <a16:colId xmlns:a16="http://schemas.microsoft.com/office/drawing/2014/main" val="2910008545"/>
                    </a:ext>
                  </a:extLst>
                </a:gridCol>
              </a:tblGrid>
              <a:tr h="533400">
                <a:tc>
                  <a:txBody>
                    <a:bodyPr/>
                    <a:lstStyle/>
                    <a:p>
                      <a:r>
                        <a:rPr lang="lt-LT" sz="1600" dirty="0" smtClean="0"/>
                        <a:t>Kriterijus</a:t>
                      </a:r>
                      <a:endParaRPr lang="lt-LT" sz="1600" b="1" dirty="0">
                        <a:solidFill>
                          <a:srgbClr val="FFFFFF"/>
                        </a:solidFill>
                        <a:latin typeface="Arial" panose="020B0604020202020204" pitchFamily="34" charset="0"/>
                      </a:endParaRPr>
                    </a:p>
                  </a:txBody>
                  <a:tcPr marL="50800" marR="50800" marT="25400" marB="25400"/>
                </a:tc>
                <a:tc>
                  <a:txBody>
                    <a:bodyPr/>
                    <a:lstStyle/>
                    <a:p>
                      <a:r>
                        <a:rPr lang="lt-LT" sz="1600" dirty="0" err="1" smtClean="0"/>
                        <a:t>SportsEngine</a:t>
                      </a:r>
                      <a:endParaRPr lang="lt-LT" sz="1600" b="1" dirty="0">
                        <a:solidFill>
                          <a:srgbClr val="FFFFFF"/>
                        </a:solidFill>
                        <a:latin typeface="Arial" panose="020B0604020202020204" pitchFamily="34" charset="0"/>
                      </a:endParaRPr>
                    </a:p>
                  </a:txBody>
                  <a:tcPr marL="50800" marR="50800" marT="25400" marB="25400"/>
                </a:tc>
                <a:tc>
                  <a:txBody>
                    <a:bodyPr/>
                    <a:lstStyle/>
                    <a:p>
                      <a:r>
                        <a:rPr lang="lt-LT" sz="1600" dirty="0" smtClean="0"/>
                        <a:t>Playbook365</a:t>
                      </a:r>
                      <a:endParaRPr lang="lt-LT" sz="1600" b="1" dirty="0">
                        <a:solidFill>
                          <a:srgbClr val="FFFFFF"/>
                        </a:solidFill>
                        <a:latin typeface="Arial" panose="020B0604020202020204" pitchFamily="34" charset="0"/>
                      </a:endParaRPr>
                    </a:p>
                  </a:txBody>
                  <a:tcPr marL="50800" marR="50800" marT="25400" marB="25400"/>
                </a:tc>
                <a:tc>
                  <a:txBody>
                    <a:bodyPr/>
                    <a:lstStyle/>
                    <a:p>
                      <a:r>
                        <a:rPr lang="lt-LT" sz="1600" dirty="0" err="1" smtClean="0"/>
                        <a:t>Challonge</a:t>
                      </a:r>
                      <a:endParaRPr lang="lt-LT" sz="1600" b="1" dirty="0">
                        <a:solidFill>
                          <a:srgbClr val="FFFFFF"/>
                        </a:solidFill>
                        <a:latin typeface="Arial" panose="020B0604020202020204" pitchFamily="34" charset="0"/>
                      </a:endParaRPr>
                    </a:p>
                  </a:txBody>
                  <a:tcPr marL="50800" marR="50800" marT="25400" marB="25400"/>
                </a:tc>
                <a:tc>
                  <a:txBody>
                    <a:bodyPr/>
                    <a:lstStyle/>
                    <a:p>
                      <a:r>
                        <a:rPr lang="lt-LT" sz="1600" dirty="0" smtClean="0"/>
                        <a:t>Kuriama sistema</a:t>
                      </a:r>
                      <a:endParaRPr lang="lt-LT" sz="1600" b="1" dirty="0">
                        <a:solidFill>
                          <a:srgbClr val="FFFFFF"/>
                        </a:solidFill>
                        <a:latin typeface="Arial" panose="020B0604020202020204" pitchFamily="34" charset="0"/>
                      </a:endParaRPr>
                    </a:p>
                  </a:txBody>
                  <a:tcPr marL="50800" marR="50800" marT="25400" marB="25400"/>
                </a:tc>
                <a:extLst>
                  <a:ext uri="{0D108BD9-81ED-4DB2-BD59-A6C34878D82A}">
                    <a16:rowId xmlns:a16="http://schemas.microsoft.com/office/drawing/2014/main" val="4275470180"/>
                  </a:ext>
                </a:extLst>
              </a:tr>
              <a:tr h="533400">
                <a:tc>
                  <a:txBody>
                    <a:bodyPr/>
                    <a:lstStyle/>
                    <a:p>
                      <a:r>
                        <a:rPr lang="lt-LT" sz="1600" dirty="0" smtClean="0"/>
                        <a:t>Komandų registracija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smtClean="0"/>
                        <a:t>Yra</a:t>
                      </a:r>
                      <a:endParaRPr lang="lt-LT" sz="1600">
                        <a:solidFill>
                          <a:srgbClr val="222222"/>
                        </a:solidFill>
                        <a:latin typeface="Arial" panose="020B0604020202020204" pitchFamily="34" charset="0"/>
                      </a:endParaRPr>
                    </a:p>
                  </a:txBody>
                  <a:tcPr marL="50800" marR="50800" marT="25400" marB="25400"/>
                </a:tc>
                <a:tc>
                  <a:txBody>
                    <a:bodyPr/>
                    <a:lstStyle/>
                    <a:p>
                      <a:r>
                        <a:rPr lang="lt-LT" sz="1600" smtClean="0"/>
                        <a:t>Yra</a:t>
                      </a:r>
                      <a:endParaRPr lang="lt-LT" sz="1600">
                        <a:solidFill>
                          <a:srgbClr val="222222"/>
                        </a:solidFill>
                        <a:latin typeface="Arial" panose="020B0604020202020204" pitchFamily="34" charset="0"/>
                      </a:endParaRPr>
                    </a:p>
                  </a:txBody>
                  <a:tcPr marL="50800" marR="50800" marT="25400" marB="25400"/>
                </a:tc>
                <a:tc>
                  <a:txBody>
                    <a:bodyPr/>
                    <a:lstStyle/>
                    <a:p>
                      <a:r>
                        <a:rPr lang="lt-LT" sz="1600" smtClean="0"/>
                        <a:t>Yra</a:t>
                      </a:r>
                      <a:endParaRPr lang="lt-LT" sz="1600">
                        <a:solidFill>
                          <a:srgbClr val="222222"/>
                        </a:solidFill>
                        <a:latin typeface="Arial" panose="020B0604020202020204" pitchFamily="34" charset="0"/>
                      </a:endParaRPr>
                    </a:p>
                  </a:txBody>
                  <a:tcPr marL="50800" marR="50800" marT="25400" marB="25400"/>
                </a:tc>
                <a:tc>
                  <a:txBody>
                    <a:bodyPr/>
                    <a:lstStyle/>
                    <a:p>
                      <a:r>
                        <a:rPr lang="lt-LT" sz="1600" smtClean="0"/>
                        <a:t>Yra</a:t>
                      </a:r>
                      <a:endParaRPr lang="lt-LT" sz="1600" b="1">
                        <a:solidFill>
                          <a:srgbClr val="222222"/>
                        </a:solidFill>
                        <a:latin typeface="Arial" panose="020B0604020202020204" pitchFamily="34" charset="0"/>
                      </a:endParaRPr>
                    </a:p>
                  </a:txBody>
                  <a:tcPr marL="50800" marR="50800" marT="25400" marB="25400"/>
                </a:tc>
                <a:extLst>
                  <a:ext uri="{0D108BD9-81ED-4DB2-BD59-A6C34878D82A}">
                    <a16:rowId xmlns:a16="http://schemas.microsoft.com/office/drawing/2014/main" val="1849515585"/>
                  </a:ext>
                </a:extLst>
              </a:tr>
              <a:tr h="533400">
                <a:tc>
                  <a:txBody>
                    <a:bodyPr/>
                    <a:lstStyle/>
                    <a:p>
                      <a:r>
                        <a:rPr lang="lt-LT" sz="1600" dirty="0" smtClean="0"/>
                        <a:t>Automatinis tvarkaraščio generavimas</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Yra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Yra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smtClean="0"/>
                        <a:t>Iš dalies</a:t>
                      </a:r>
                      <a:endParaRPr lang="lt-LT" sz="1600">
                        <a:solidFill>
                          <a:srgbClr val="222222"/>
                        </a:solidFill>
                        <a:latin typeface="Arial" panose="020B0604020202020204" pitchFamily="34" charset="0"/>
                      </a:endParaRPr>
                    </a:p>
                  </a:txBody>
                  <a:tcPr marL="50800" marR="50800" marT="25400" marB="25400"/>
                </a:tc>
                <a:tc>
                  <a:txBody>
                    <a:bodyPr/>
                    <a:lstStyle/>
                    <a:p>
                      <a:r>
                        <a:rPr lang="lt-LT" sz="1600" dirty="0" smtClean="0"/>
                        <a:t>Yra</a:t>
                      </a:r>
                      <a:endParaRPr lang="lt-LT" sz="1600" b="1" dirty="0">
                        <a:solidFill>
                          <a:srgbClr val="222222"/>
                        </a:solidFill>
                        <a:latin typeface="Arial" panose="020B0604020202020204" pitchFamily="34" charset="0"/>
                      </a:endParaRPr>
                    </a:p>
                  </a:txBody>
                  <a:tcPr marL="50800" marR="50800" marT="25400" marB="25400"/>
                </a:tc>
                <a:extLst>
                  <a:ext uri="{0D108BD9-81ED-4DB2-BD59-A6C34878D82A}">
                    <a16:rowId xmlns:a16="http://schemas.microsoft.com/office/drawing/2014/main" val="2606508845"/>
                  </a:ext>
                </a:extLst>
              </a:tr>
              <a:tr h="533400">
                <a:tc>
                  <a:txBody>
                    <a:bodyPr/>
                    <a:lstStyle/>
                    <a:p>
                      <a:r>
                        <a:rPr lang="lt-LT" sz="1600" dirty="0" smtClean="0"/>
                        <a:t>Kelių sporto šakų palaikymas</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smtClean="0"/>
                        <a:t>Yra</a:t>
                      </a:r>
                      <a:endParaRPr lang="lt-LT" sz="1600">
                        <a:solidFill>
                          <a:srgbClr val="222222"/>
                        </a:solidFill>
                        <a:latin typeface="Arial" panose="020B0604020202020204" pitchFamily="34" charset="0"/>
                      </a:endParaRPr>
                    </a:p>
                  </a:txBody>
                  <a:tcPr marL="50800" marR="50800" marT="25400" marB="25400"/>
                </a:tc>
                <a:tc>
                  <a:txBody>
                    <a:bodyPr/>
                    <a:lstStyle/>
                    <a:p>
                      <a:r>
                        <a:rPr lang="lt-LT" sz="1600" dirty="0" smtClean="0"/>
                        <a:t>Yra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smtClean="0"/>
                        <a:t>Yra</a:t>
                      </a:r>
                      <a:endParaRPr lang="lt-LT" sz="1600">
                        <a:solidFill>
                          <a:srgbClr val="222222"/>
                        </a:solidFill>
                        <a:latin typeface="Arial" panose="020B0604020202020204" pitchFamily="34" charset="0"/>
                      </a:endParaRPr>
                    </a:p>
                  </a:txBody>
                  <a:tcPr marL="50800" marR="50800" marT="25400" marB="25400"/>
                </a:tc>
                <a:tc>
                  <a:txBody>
                    <a:bodyPr/>
                    <a:lstStyle/>
                    <a:p>
                      <a:r>
                        <a:rPr lang="en-US" sz="1600" dirty="0" smtClean="0"/>
                        <a:t>N</a:t>
                      </a:r>
                      <a:r>
                        <a:rPr lang="lt-LT" sz="1600" dirty="0" err="1" smtClean="0"/>
                        <a:t>ėra</a:t>
                      </a:r>
                      <a:endParaRPr lang="lt-LT" sz="1600" b="1" dirty="0">
                        <a:solidFill>
                          <a:srgbClr val="222222"/>
                        </a:solidFill>
                        <a:latin typeface="Arial" panose="020B0604020202020204" pitchFamily="34" charset="0"/>
                      </a:endParaRPr>
                    </a:p>
                  </a:txBody>
                  <a:tcPr marL="50800" marR="50800" marT="25400" marB="25400"/>
                </a:tc>
                <a:extLst>
                  <a:ext uri="{0D108BD9-81ED-4DB2-BD59-A6C34878D82A}">
                    <a16:rowId xmlns:a16="http://schemas.microsoft.com/office/drawing/2014/main" val="3479828361"/>
                  </a:ext>
                </a:extLst>
              </a:tr>
              <a:tr h="533400">
                <a:tc>
                  <a:txBody>
                    <a:bodyPr/>
                    <a:lstStyle/>
                    <a:p>
                      <a:r>
                        <a:rPr lang="lt-LT" sz="1600" smtClean="0"/>
                        <a:t>Scenarijų simuliacija</a:t>
                      </a:r>
                      <a:endParaRPr lang="lt-LT" sz="1600">
                        <a:solidFill>
                          <a:srgbClr val="222222"/>
                        </a:solidFill>
                        <a:latin typeface="Arial" panose="020B0604020202020204" pitchFamily="34" charset="0"/>
                      </a:endParaRPr>
                    </a:p>
                  </a:txBody>
                  <a:tcPr marL="50800" marR="50800" marT="25400" marB="25400"/>
                </a:tc>
                <a:tc>
                  <a:txBody>
                    <a:bodyPr/>
                    <a:lstStyle/>
                    <a:p>
                      <a:r>
                        <a:rPr lang="lt-LT" sz="1600" dirty="0" smtClean="0"/>
                        <a:t>Nėra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Nėra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smtClean="0"/>
                        <a:t>Nėra</a:t>
                      </a:r>
                      <a:endParaRPr lang="lt-LT" sz="1600">
                        <a:solidFill>
                          <a:srgbClr val="222222"/>
                        </a:solidFill>
                        <a:latin typeface="Arial" panose="020B0604020202020204" pitchFamily="34" charset="0"/>
                      </a:endParaRPr>
                    </a:p>
                  </a:txBody>
                  <a:tcPr marL="50800" marR="50800" marT="25400" marB="25400"/>
                </a:tc>
                <a:tc>
                  <a:txBody>
                    <a:bodyPr/>
                    <a:lstStyle/>
                    <a:p>
                      <a:r>
                        <a:rPr lang="lt-LT" sz="1600" dirty="0" smtClean="0"/>
                        <a:t>Yra</a:t>
                      </a:r>
                      <a:endParaRPr lang="lt-LT" sz="1600" b="1" dirty="0">
                        <a:solidFill>
                          <a:srgbClr val="222222"/>
                        </a:solidFill>
                        <a:latin typeface="Arial" panose="020B0604020202020204" pitchFamily="34" charset="0"/>
                      </a:endParaRPr>
                    </a:p>
                  </a:txBody>
                  <a:tcPr marL="50800" marR="50800" marT="25400" marB="25400"/>
                </a:tc>
                <a:extLst>
                  <a:ext uri="{0D108BD9-81ED-4DB2-BD59-A6C34878D82A}">
                    <a16:rowId xmlns:a16="http://schemas.microsoft.com/office/drawing/2014/main" val="1810960814"/>
                  </a:ext>
                </a:extLst>
              </a:tr>
              <a:tr h="533400">
                <a:tc>
                  <a:txBody>
                    <a:bodyPr/>
                    <a:lstStyle/>
                    <a:p>
                      <a:r>
                        <a:rPr lang="lt-LT" sz="1600" smtClean="0"/>
                        <a:t>PDF eksportas</a:t>
                      </a:r>
                      <a:endParaRPr lang="lt-LT" sz="1600">
                        <a:solidFill>
                          <a:srgbClr val="222222"/>
                        </a:solidFill>
                        <a:latin typeface="Arial" panose="020B0604020202020204" pitchFamily="34" charset="0"/>
                      </a:endParaRPr>
                    </a:p>
                  </a:txBody>
                  <a:tcPr marL="50800" marR="50800" marT="25400" marB="25400"/>
                </a:tc>
                <a:tc>
                  <a:txBody>
                    <a:bodyPr/>
                    <a:lstStyle/>
                    <a:p>
                      <a:r>
                        <a:rPr lang="lt-LT" sz="1600" smtClean="0"/>
                        <a:t>Nenurodyta</a:t>
                      </a:r>
                      <a:endParaRPr lang="lt-LT" sz="1600">
                        <a:solidFill>
                          <a:srgbClr val="222222"/>
                        </a:solidFill>
                        <a:latin typeface="Arial" panose="020B0604020202020204" pitchFamily="34" charset="0"/>
                      </a:endParaRPr>
                    </a:p>
                  </a:txBody>
                  <a:tcPr marL="50800" marR="50800" marT="25400" marB="25400"/>
                </a:tc>
                <a:tc>
                  <a:txBody>
                    <a:bodyPr/>
                    <a:lstStyle/>
                    <a:p>
                      <a:r>
                        <a:rPr lang="lt-LT" sz="1600" dirty="0" smtClean="0"/>
                        <a:t>Nenurodyta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Nenurodyta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smtClean="0"/>
                        <a:t>Yra</a:t>
                      </a:r>
                      <a:endParaRPr lang="lt-LT" sz="1600" b="1">
                        <a:solidFill>
                          <a:srgbClr val="222222"/>
                        </a:solidFill>
                        <a:latin typeface="Arial" panose="020B0604020202020204" pitchFamily="34" charset="0"/>
                      </a:endParaRPr>
                    </a:p>
                  </a:txBody>
                  <a:tcPr marL="50800" marR="50800" marT="25400" marB="25400"/>
                </a:tc>
                <a:extLst>
                  <a:ext uri="{0D108BD9-81ED-4DB2-BD59-A6C34878D82A}">
                    <a16:rowId xmlns:a16="http://schemas.microsoft.com/office/drawing/2014/main" val="126613964"/>
                  </a:ext>
                </a:extLst>
              </a:tr>
              <a:tr h="533400">
                <a:tc>
                  <a:txBody>
                    <a:bodyPr/>
                    <a:lstStyle/>
                    <a:p>
                      <a:r>
                        <a:rPr lang="lt-LT" sz="1600" dirty="0" smtClean="0"/>
                        <a:t>Paraiškų tvirtinimas</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smtClean="0"/>
                        <a:t>Nenurodyta</a:t>
                      </a:r>
                      <a:endParaRPr lang="lt-LT" sz="1600">
                        <a:solidFill>
                          <a:srgbClr val="222222"/>
                        </a:solidFill>
                        <a:latin typeface="Arial" panose="020B0604020202020204" pitchFamily="34" charset="0"/>
                      </a:endParaRPr>
                    </a:p>
                  </a:txBody>
                  <a:tcPr marL="50800" marR="50800" marT="25400" marB="25400"/>
                </a:tc>
                <a:tc>
                  <a:txBody>
                    <a:bodyPr/>
                    <a:lstStyle/>
                    <a:p>
                      <a:r>
                        <a:rPr lang="lt-LT" sz="1600" dirty="0" smtClean="0"/>
                        <a:t>Nenurodyta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Nenurodyta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Yra</a:t>
                      </a:r>
                      <a:endParaRPr lang="lt-LT" sz="1600" b="1" dirty="0">
                        <a:solidFill>
                          <a:srgbClr val="222222"/>
                        </a:solidFill>
                        <a:latin typeface="Arial" panose="020B0604020202020204" pitchFamily="34" charset="0"/>
                      </a:endParaRPr>
                    </a:p>
                  </a:txBody>
                  <a:tcPr marL="50800" marR="50800" marT="25400" marB="25400"/>
                </a:tc>
                <a:extLst>
                  <a:ext uri="{0D108BD9-81ED-4DB2-BD59-A6C34878D82A}">
                    <a16:rowId xmlns:a16="http://schemas.microsoft.com/office/drawing/2014/main" val="3296825542"/>
                  </a:ext>
                </a:extLst>
              </a:tr>
              <a:tr h="533400">
                <a:tc>
                  <a:txBody>
                    <a:bodyPr/>
                    <a:lstStyle/>
                    <a:p>
                      <a:r>
                        <a:rPr lang="en-US" sz="1600" dirty="0" err="1" smtClean="0"/>
                        <a:t>Gyv</a:t>
                      </a:r>
                      <a:r>
                        <a:rPr lang="lt-LT" sz="1600" dirty="0" smtClean="0"/>
                        <a:t>ų</a:t>
                      </a:r>
                      <a:r>
                        <a:rPr lang="lt-LT" sz="1600" baseline="0" dirty="0" smtClean="0"/>
                        <a:t> rungtynių sekimas</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Krepšiniui</a:t>
                      </a:r>
                      <a:r>
                        <a:rPr lang="lt-LT" sz="1600" baseline="0" dirty="0" smtClean="0"/>
                        <a:t> nenurodyta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nenurodyta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nėra</a:t>
                      </a:r>
                      <a:endParaRPr lang="lt-LT" sz="1600" dirty="0">
                        <a:solidFill>
                          <a:srgbClr val="222222"/>
                        </a:solidFill>
                        <a:latin typeface="Arial" panose="020B0604020202020204" pitchFamily="34" charset="0"/>
                      </a:endParaRPr>
                    </a:p>
                  </a:txBody>
                  <a:tcPr marL="50800" marR="50800" marT="25400" marB="25400"/>
                </a:tc>
                <a:tc>
                  <a:txBody>
                    <a:bodyPr/>
                    <a:lstStyle/>
                    <a:p>
                      <a:r>
                        <a:rPr lang="lt-LT" sz="1600" dirty="0" smtClean="0"/>
                        <a:t>Yra</a:t>
                      </a:r>
                      <a:endParaRPr lang="lt-LT" sz="1600" b="1" dirty="0">
                        <a:solidFill>
                          <a:srgbClr val="222222"/>
                        </a:solidFill>
                        <a:latin typeface="Arial" panose="020B0604020202020204" pitchFamily="34" charset="0"/>
                      </a:endParaRPr>
                    </a:p>
                  </a:txBody>
                  <a:tcPr marL="50800" marR="50800" marT="25400" marB="25400"/>
                </a:tc>
                <a:extLst>
                  <a:ext uri="{0D108BD9-81ED-4DB2-BD59-A6C34878D82A}">
                    <a16:rowId xmlns:a16="http://schemas.microsoft.com/office/drawing/2014/main" val="86744408"/>
                  </a:ext>
                </a:extLst>
              </a:tr>
            </a:tbl>
          </a:graphicData>
        </a:graphic>
      </p:graphicFrame>
    </p:spTree>
    <p:extLst>
      <p:ext uri="{BB962C8B-B14F-4D97-AF65-F5344CB8AC3E}">
        <p14:creationId xmlns:p14="http://schemas.microsoft.com/office/powerpoint/2010/main" val="33548411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Panaudojimo</a:t>
            </a:r>
            <a:r>
              <a:rPr lang="en-US" dirty="0"/>
              <a:t> </a:t>
            </a:r>
            <a:r>
              <a:rPr lang="en-US" dirty="0" err="1"/>
              <a:t>atvejų</a:t>
            </a:r>
            <a:r>
              <a:rPr lang="en-US" dirty="0"/>
              <a:t> </a:t>
            </a:r>
            <a:r>
              <a:rPr lang="en-US" dirty="0" err="1" smtClean="0"/>
              <a:t>diagrama</a:t>
            </a:r>
            <a:r>
              <a:rPr lang="en-US" dirty="0" smtClean="0"/>
              <a:t> </a:t>
            </a:r>
            <a:r>
              <a:rPr lang="en-US" dirty="0"/>
              <a:t>(1)</a:t>
            </a:r>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6</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pic>
        <p:nvPicPr>
          <p:cNvPr id="4" name="Picture 3"/>
          <p:cNvPicPr>
            <a:picLocks noChangeAspect="1"/>
          </p:cNvPicPr>
          <p:nvPr/>
        </p:nvPicPr>
        <p:blipFill>
          <a:blip r:embed="rId4"/>
          <a:stretch>
            <a:fillRect/>
          </a:stretch>
        </p:blipFill>
        <p:spPr>
          <a:xfrm>
            <a:off x="224856" y="1702240"/>
            <a:ext cx="11318752" cy="4685860"/>
          </a:xfrm>
          <a:prstGeom prst="rect">
            <a:avLst/>
          </a:prstGeom>
        </p:spPr>
      </p:pic>
    </p:spTree>
    <p:extLst>
      <p:ext uri="{BB962C8B-B14F-4D97-AF65-F5344CB8AC3E}">
        <p14:creationId xmlns:p14="http://schemas.microsoft.com/office/powerpoint/2010/main" val="42050607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Panaudojimo</a:t>
            </a:r>
            <a:r>
              <a:rPr lang="en-US" dirty="0"/>
              <a:t> </a:t>
            </a:r>
            <a:r>
              <a:rPr lang="en-US" dirty="0" err="1"/>
              <a:t>atvejų</a:t>
            </a:r>
            <a:r>
              <a:rPr lang="en-US" dirty="0"/>
              <a:t> </a:t>
            </a:r>
            <a:r>
              <a:rPr lang="en-US" dirty="0" err="1" smtClean="0"/>
              <a:t>diagrama</a:t>
            </a:r>
            <a:r>
              <a:rPr lang="en-US" dirty="0" smtClean="0"/>
              <a:t> (2)</a:t>
            </a:r>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7</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762779" y="1644005"/>
            <a:ext cx="10854285" cy="4642362"/>
          </a:xfrm>
          <a:prstGeom prst="rect">
            <a:avLst/>
          </a:prstGeom>
        </p:spPr>
      </p:pic>
    </p:spTree>
    <p:extLst>
      <p:ext uri="{BB962C8B-B14F-4D97-AF65-F5344CB8AC3E}">
        <p14:creationId xmlns:p14="http://schemas.microsoft.com/office/powerpoint/2010/main" val="36505256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Panaudojimo</a:t>
            </a:r>
            <a:r>
              <a:rPr lang="en-US" dirty="0"/>
              <a:t> </a:t>
            </a:r>
            <a:r>
              <a:rPr lang="en-US" dirty="0" err="1"/>
              <a:t>atvejų</a:t>
            </a:r>
            <a:r>
              <a:rPr lang="en-US" dirty="0"/>
              <a:t> </a:t>
            </a:r>
            <a:r>
              <a:rPr lang="en-US" dirty="0" err="1" smtClean="0"/>
              <a:t>diagrama</a:t>
            </a:r>
            <a:r>
              <a:rPr lang="en-US" dirty="0" smtClean="0"/>
              <a:t> (3)</a:t>
            </a:r>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8</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1327738" y="1752860"/>
            <a:ext cx="9409523" cy="4165079"/>
          </a:xfrm>
          <a:prstGeom prst="rect">
            <a:avLst/>
          </a:prstGeom>
        </p:spPr>
      </p:pic>
    </p:spTree>
    <p:extLst>
      <p:ext uri="{BB962C8B-B14F-4D97-AF65-F5344CB8AC3E}">
        <p14:creationId xmlns:p14="http://schemas.microsoft.com/office/powerpoint/2010/main" val="30060186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9072D4-1620-E84B-874C-91088151B753}"/>
              </a:ext>
            </a:extLst>
          </p:cNvPr>
          <p:cNvPicPr>
            <a:picLocks noChangeAspect="1"/>
          </p:cNvPicPr>
          <p:nvPr/>
        </p:nvPicPr>
        <p:blipFill>
          <a:blip r:embed="rId2"/>
          <a:stretch>
            <a:fillRect/>
          </a:stretch>
        </p:blipFill>
        <p:spPr>
          <a:xfrm>
            <a:off x="456921" y="424809"/>
            <a:ext cx="862883" cy="983770"/>
          </a:xfrm>
          <a:prstGeom prst="rect">
            <a:avLst/>
          </a:prstGeom>
        </p:spPr>
      </p:pic>
      <p:sp>
        <p:nvSpPr>
          <p:cNvPr id="3" name="Text Placeholder 5">
            <a:extLst>
              <a:ext uri="{FF2B5EF4-FFF2-40B4-BE49-F238E27FC236}">
                <a16:creationId xmlns:a16="http://schemas.microsoft.com/office/drawing/2014/main" id="{278D5CDE-EE26-4348-B09D-C90DC0AC6CAF}"/>
              </a:ext>
            </a:extLst>
          </p:cNvPr>
          <p:cNvSpPr txBox="1">
            <a:spLocks/>
          </p:cNvSpPr>
          <p:nvPr/>
        </p:nvSpPr>
        <p:spPr>
          <a:xfrm>
            <a:off x="2613221" y="1960510"/>
            <a:ext cx="8037512" cy="4276777"/>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lt-LT" dirty="0">
                <a:solidFill>
                  <a:schemeClr val="tx1"/>
                </a:solidFill>
              </a:rPr>
              <a:t>Realizacija: sistema turi veikti kaip internetinė programa, sudaryta iš naudotojo sąsajos ir serverio API dalių.</a:t>
            </a:r>
          </a:p>
          <a:p>
            <a:r>
              <a:rPr lang="lt-LT" dirty="0">
                <a:solidFill>
                  <a:schemeClr val="tx1"/>
                </a:solidFill>
              </a:rPr>
              <a:t>Saugumas: administratoriaus ir komandos vadovo funkcijos turi būti pasiekiamos tik prisijungusiems naudotojams pagal jų rolę.</a:t>
            </a:r>
          </a:p>
          <a:p>
            <a:r>
              <a:rPr lang="lt-LT" dirty="0">
                <a:solidFill>
                  <a:schemeClr val="tx1"/>
                </a:solidFill>
              </a:rPr>
              <a:t>Duomenų vientisumas: sistema turi neleisti dubliuoti komandų turnyre, kurti rungtynių su ta pačia komanda ir turi atnaujinti turnyro eigą įvedus rezultatą.</a:t>
            </a:r>
          </a:p>
          <a:p>
            <a:r>
              <a:rPr lang="lt-LT" dirty="0">
                <a:solidFill>
                  <a:schemeClr val="tx1"/>
                </a:solidFill>
              </a:rPr>
              <a:t>Testavimas: tvarkaraščio, turnyrinės lentelės, atkrintamųjų eigos ir PDF ataskaitų logika tikrinama vienetų testais, o prisijungimo, paraiškų, tvarkaraščio, rezultatų ir rolių scenarijai – integraciniais testais.</a:t>
            </a:r>
            <a:endParaRPr lang="en-US" dirty="0">
              <a:solidFill>
                <a:schemeClr val="tx1"/>
              </a:solidFill>
            </a:endParaRPr>
          </a:p>
        </p:txBody>
      </p:sp>
      <p:sp>
        <p:nvSpPr>
          <p:cNvPr id="4" name="Text Placeholder 4">
            <a:extLst>
              <a:ext uri="{FF2B5EF4-FFF2-40B4-BE49-F238E27FC236}">
                <a16:creationId xmlns:a16="http://schemas.microsoft.com/office/drawing/2014/main" id="{D96E5C24-BC6D-AE4C-B1DB-B4259391BFCF}"/>
              </a:ext>
            </a:extLst>
          </p:cNvPr>
          <p:cNvSpPr txBox="1">
            <a:spLocks/>
          </p:cNvSpPr>
          <p:nvPr/>
        </p:nvSpPr>
        <p:spPr>
          <a:xfrm>
            <a:off x="2613221" y="600737"/>
            <a:ext cx="8037512"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Nefunkciniai</a:t>
            </a:r>
            <a:r>
              <a:rPr lang="en-US" dirty="0"/>
              <a:t> </a:t>
            </a:r>
            <a:r>
              <a:rPr lang="en-US" dirty="0" err="1" smtClean="0"/>
              <a:t>reikalavimai</a:t>
            </a:r>
            <a:endParaRPr lang="en-US" dirty="0"/>
          </a:p>
        </p:txBody>
      </p:sp>
      <p:pic>
        <p:nvPicPr>
          <p:cNvPr id="5" name="Picture 4">
            <a:extLst>
              <a:ext uri="{FF2B5EF4-FFF2-40B4-BE49-F238E27FC236}">
                <a16:creationId xmlns:a16="http://schemas.microsoft.com/office/drawing/2014/main" id="{DE868BDD-AB53-DF4E-A88F-96488FBA4C3F}"/>
              </a:ext>
            </a:extLst>
          </p:cNvPr>
          <p:cNvPicPr>
            <a:picLocks noChangeAspect="1"/>
          </p:cNvPicPr>
          <p:nvPr/>
        </p:nvPicPr>
        <p:blipFill>
          <a:blip r:embed="rId3"/>
          <a:stretch>
            <a:fillRect/>
          </a:stretch>
        </p:blipFill>
        <p:spPr>
          <a:xfrm>
            <a:off x="1646472" y="0"/>
            <a:ext cx="190500" cy="6858000"/>
          </a:xfrm>
          <a:prstGeom prst="rect">
            <a:avLst/>
          </a:prstGeom>
        </p:spPr>
      </p:pic>
      <p:sp>
        <p:nvSpPr>
          <p:cNvPr id="6" name="Text Placeholder 2">
            <a:extLst>
              <a:ext uri="{FF2B5EF4-FFF2-40B4-BE49-F238E27FC236}">
                <a16:creationId xmlns:a16="http://schemas.microsoft.com/office/drawing/2014/main" id="{0B85795B-A405-1343-9A10-FBEB3F7BED44}"/>
              </a:ext>
            </a:extLst>
          </p:cNvPr>
          <p:cNvSpPr txBox="1">
            <a:spLocks/>
          </p:cNvSpPr>
          <p:nvPr/>
        </p:nvSpPr>
        <p:spPr>
          <a:xfrm rot="16200000">
            <a:off x="-1604416" y="3603891"/>
            <a:ext cx="4985555" cy="643688"/>
          </a:xfrm>
          <a:prstGeom prst="rect">
            <a:avLst/>
          </a:prstGeom>
        </p:spPr>
        <p:txBody>
          <a:bodyPr anchor="ctr"/>
          <a:lstStyle>
            <a:lvl1pPr marL="0" indent="0" algn="l" defTabSz="914400" rtl="0" eaLnBrk="1" latinLnBrk="0" hangingPunct="1">
              <a:lnSpc>
                <a:spcPct val="130000"/>
              </a:lnSpc>
              <a:spcBef>
                <a:spcPts val="0"/>
              </a:spcBef>
              <a:buFont typeface="Arial" panose="020B0604020202020204" pitchFamily="34" charset="0"/>
              <a:buNone/>
              <a:defRPr sz="15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UŽ KIEKVIENOS TECHNOLOGIJOS – ŽMOGUS</a:t>
            </a:r>
            <a:endParaRPr lang="en-LT" dirty="0">
              <a:solidFill>
                <a:schemeClr val="tx1"/>
              </a:solidFill>
            </a:endParaRPr>
          </a:p>
        </p:txBody>
      </p:sp>
      <p:sp>
        <p:nvSpPr>
          <p:cNvPr id="7" name="Slide Number Placeholder 3">
            <a:extLst>
              <a:ext uri="{FF2B5EF4-FFF2-40B4-BE49-F238E27FC236}">
                <a16:creationId xmlns:a16="http://schemas.microsoft.com/office/drawing/2014/main" id="{DBFD8B21-52CF-FB47-A8E6-5D1FCFFBA47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9</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12844886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9072D4-1620-E84B-874C-91088151B753}"/>
              </a:ext>
            </a:extLst>
          </p:cNvPr>
          <p:cNvPicPr>
            <a:picLocks noChangeAspect="1"/>
          </p:cNvPicPr>
          <p:nvPr/>
        </p:nvPicPr>
        <p:blipFill>
          <a:blip r:embed="rId2"/>
          <a:stretch>
            <a:fillRect/>
          </a:stretch>
        </p:blipFill>
        <p:spPr>
          <a:xfrm>
            <a:off x="456921" y="424809"/>
            <a:ext cx="862883" cy="983770"/>
          </a:xfrm>
          <a:prstGeom prst="rect">
            <a:avLst/>
          </a:prstGeom>
        </p:spPr>
      </p:pic>
      <p:sp>
        <p:nvSpPr>
          <p:cNvPr id="3" name="Text Placeholder 5">
            <a:extLst>
              <a:ext uri="{FF2B5EF4-FFF2-40B4-BE49-F238E27FC236}">
                <a16:creationId xmlns:a16="http://schemas.microsoft.com/office/drawing/2014/main" id="{278D5CDE-EE26-4348-B09D-C90DC0AC6CAF}"/>
              </a:ext>
            </a:extLst>
          </p:cNvPr>
          <p:cNvSpPr txBox="1">
            <a:spLocks/>
          </p:cNvSpPr>
          <p:nvPr/>
        </p:nvSpPr>
        <p:spPr>
          <a:xfrm>
            <a:off x="2410021" y="1643010"/>
            <a:ext cx="9286679" cy="4643357"/>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lt-LT" dirty="0" err="1">
                <a:solidFill>
                  <a:schemeClr val="tx1"/>
                </a:solidFill>
              </a:rPr>
              <a:t>Backend</a:t>
            </a:r>
            <a:r>
              <a:rPr lang="lt-LT" dirty="0">
                <a:solidFill>
                  <a:schemeClr val="tx1"/>
                </a:solidFill>
              </a:rPr>
              <a:t>: PHP 8.2.12, </a:t>
            </a:r>
            <a:r>
              <a:rPr lang="lt-LT" dirty="0" err="1">
                <a:solidFill>
                  <a:schemeClr val="tx1"/>
                </a:solidFill>
              </a:rPr>
              <a:t>Laravel</a:t>
            </a:r>
            <a:r>
              <a:rPr lang="lt-LT" dirty="0">
                <a:solidFill>
                  <a:schemeClr val="tx1"/>
                </a:solidFill>
              </a:rPr>
              <a:t> 12.52.0</a:t>
            </a:r>
          </a:p>
          <a:p>
            <a:pPr marL="342900" indent="-342900">
              <a:buFont typeface="Arial" panose="020B0604020202020204" pitchFamily="34" charset="0"/>
              <a:buChar char="•"/>
            </a:pPr>
            <a:r>
              <a:rPr lang="lt-LT" dirty="0" err="1">
                <a:solidFill>
                  <a:schemeClr val="tx1"/>
                </a:solidFill>
              </a:rPr>
              <a:t>Autentifikacija</a:t>
            </a:r>
            <a:r>
              <a:rPr lang="lt-LT" dirty="0">
                <a:solidFill>
                  <a:schemeClr val="tx1"/>
                </a:solidFill>
              </a:rPr>
              <a:t>: </a:t>
            </a:r>
            <a:r>
              <a:rPr lang="lt-LT" dirty="0" err="1">
                <a:solidFill>
                  <a:schemeClr val="tx1"/>
                </a:solidFill>
              </a:rPr>
              <a:t>Laravel</a:t>
            </a:r>
            <a:r>
              <a:rPr lang="lt-LT" dirty="0">
                <a:solidFill>
                  <a:schemeClr val="tx1"/>
                </a:solidFill>
              </a:rPr>
              <a:t> </a:t>
            </a:r>
            <a:r>
              <a:rPr lang="lt-LT" dirty="0" err="1">
                <a:solidFill>
                  <a:schemeClr val="tx1"/>
                </a:solidFill>
              </a:rPr>
              <a:t>Sanctum</a:t>
            </a:r>
            <a:r>
              <a:rPr lang="lt-LT" dirty="0">
                <a:solidFill>
                  <a:schemeClr val="tx1"/>
                </a:solidFill>
              </a:rPr>
              <a:t> 4.3.1</a:t>
            </a:r>
          </a:p>
          <a:p>
            <a:pPr marL="342900" indent="-342900">
              <a:buFont typeface="Arial" panose="020B0604020202020204" pitchFamily="34" charset="0"/>
              <a:buChar char="•"/>
            </a:pPr>
            <a:r>
              <a:rPr lang="lt-LT" dirty="0">
                <a:solidFill>
                  <a:schemeClr val="tx1"/>
                </a:solidFill>
              </a:rPr>
              <a:t>Duomenų bazė: </a:t>
            </a:r>
            <a:r>
              <a:rPr lang="lt-LT" dirty="0" err="1">
                <a:solidFill>
                  <a:schemeClr val="tx1"/>
                </a:solidFill>
              </a:rPr>
              <a:t>MariaDB</a:t>
            </a:r>
            <a:r>
              <a:rPr lang="lt-LT" dirty="0">
                <a:solidFill>
                  <a:schemeClr val="tx1"/>
                </a:solidFill>
              </a:rPr>
              <a:t>/MySQL 10.4.32</a:t>
            </a:r>
          </a:p>
          <a:p>
            <a:pPr marL="342900" indent="-342900">
              <a:buFont typeface="Arial" panose="020B0604020202020204" pitchFamily="34" charset="0"/>
              <a:buChar char="•"/>
            </a:pPr>
            <a:r>
              <a:rPr lang="lt-LT" dirty="0" err="1">
                <a:solidFill>
                  <a:schemeClr val="tx1"/>
                </a:solidFill>
              </a:rPr>
              <a:t>Frontend</a:t>
            </a:r>
            <a:r>
              <a:rPr lang="lt-LT" dirty="0">
                <a:solidFill>
                  <a:schemeClr val="tx1"/>
                </a:solidFill>
              </a:rPr>
              <a:t>: </a:t>
            </a:r>
            <a:r>
              <a:rPr lang="lt-LT" dirty="0" err="1">
                <a:solidFill>
                  <a:schemeClr val="tx1"/>
                </a:solidFill>
              </a:rPr>
              <a:t>React</a:t>
            </a:r>
            <a:r>
              <a:rPr lang="lt-LT" dirty="0">
                <a:solidFill>
                  <a:schemeClr val="tx1"/>
                </a:solidFill>
              </a:rPr>
              <a:t> 19.2.4, </a:t>
            </a:r>
            <a:r>
              <a:rPr lang="lt-LT" dirty="0" err="1">
                <a:solidFill>
                  <a:schemeClr val="tx1"/>
                </a:solidFill>
              </a:rPr>
              <a:t>React</a:t>
            </a:r>
            <a:r>
              <a:rPr lang="lt-LT" dirty="0">
                <a:solidFill>
                  <a:schemeClr val="tx1"/>
                </a:solidFill>
              </a:rPr>
              <a:t> </a:t>
            </a:r>
            <a:r>
              <a:rPr lang="lt-LT" dirty="0" err="1">
                <a:solidFill>
                  <a:schemeClr val="tx1"/>
                </a:solidFill>
              </a:rPr>
              <a:t>Router</a:t>
            </a:r>
            <a:r>
              <a:rPr lang="lt-LT" dirty="0">
                <a:solidFill>
                  <a:schemeClr val="tx1"/>
                </a:solidFill>
              </a:rPr>
              <a:t> DOM 7.13.1</a:t>
            </a:r>
          </a:p>
          <a:p>
            <a:pPr marL="342900" indent="-342900">
              <a:buFont typeface="Arial" panose="020B0604020202020204" pitchFamily="34" charset="0"/>
              <a:buChar char="•"/>
            </a:pPr>
            <a:r>
              <a:rPr lang="lt-LT" dirty="0">
                <a:solidFill>
                  <a:schemeClr val="tx1"/>
                </a:solidFill>
              </a:rPr>
              <a:t>API užklausos: </a:t>
            </a:r>
            <a:r>
              <a:rPr lang="lt-LT" dirty="0" err="1">
                <a:solidFill>
                  <a:schemeClr val="tx1"/>
                </a:solidFill>
              </a:rPr>
              <a:t>Axios</a:t>
            </a:r>
            <a:r>
              <a:rPr lang="lt-LT" dirty="0">
                <a:solidFill>
                  <a:schemeClr val="tx1"/>
                </a:solidFill>
              </a:rPr>
              <a:t> 1.13.5</a:t>
            </a:r>
          </a:p>
          <a:p>
            <a:pPr marL="342900" indent="-342900">
              <a:buFont typeface="Arial" panose="020B0604020202020204" pitchFamily="34" charset="0"/>
              <a:buChar char="•"/>
            </a:pPr>
            <a:r>
              <a:rPr lang="lt-LT" dirty="0" err="1">
                <a:solidFill>
                  <a:schemeClr val="tx1"/>
                </a:solidFill>
              </a:rPr>
              <a:t>Build</a:t>
            </a:r>
            <a:r>
              <a:rPr lang="lt-LT" dirty="0">
                <a:solidFill>
                  <a:schemeClr val="tx1"/>
                </a:solidFill>
              </a:rPr>
              <a:t> įrankis: Vite 7.3.1</a:t>
            </a:r>
          </a:p>
          <a:p>
            <a:pPr marL="342900" indent="-342900">
              <a:buFont typeface="Arial" panose="020B0604020202020204" pitchFamily="34" charset="0"/>
              <a:buChar char="•"/>
            </a:pPr>
            <a:r>
              <a:rPr lang="lt-LT" dirty="0">
                <a:solidFill>
                  <a:schemeClr val="tx1"/>
                </a:solidFill>
              </a:rPr>
              <a:t>UI: </a:t>
            </a:r>
            <a:r>
              <a:rPr lang="lt-LT" dirty="0" err="1">
                <a:solidFill>
                  <a:schemeClr val="tx1"/>
                </a:solidFill>
              </a:rPr>
              <a:t>Tailwind</a:t>
            </a:r>
            <a:r>
              <a:rPr lang="lt-LT" dirty="0">
                <a:solidFill>
                  <a:schemeClr val="tx1"/>
                </a:solidFill>
              </a:rPr>
              <a:t> CSS 4.2.1</a:t>
            </a:r>
          </a:p>
          <a:p>
            <a:pPr marL="342900" indent="-342900">
              <a:buFont typeface="Arial" panose="020B0604020202020204" pitchFamily="34" charset="0"/>
              <a:buChar char="•"/>
            </a:pPr>
            <a:r>
              <a:rPr lang="lt-LT" dirty="0">
                <a:solidFill>
                  <a:schemeClr val="tx1"/>
                </a:solidFill>
              </a:rPr>
              <a:t>Modeliavimas: CATIA </a:t>
            </a:r>
            <a:r>
              <a:rPr lang="lt-LT" dirty="0" err="1">
                <a:solidFill>
                  <a:schemeClr val="tx1"/>
                </a:solidFill>
              </a:rPr>
              <a:t>Magic</a:t>
            </a:r>
            <a:r>
              <a:rPr lang="lt-LT" dirty="0">
                <a:solidFill>
                  <a:schemeClr val="tx1"/>
                </a:solidFill>
              </a:rPr>
              <a:t> </a:t>
            </a:r>
            <a:r>
              <a:rPr lang="lt-LT" dirty="0" err="1">
                <a:solidFill>
                  <a:schemeClr val="tx1"/>
                </a:solidFill>
              </a:rPr>
              <a:t>Systems</a:t>
            </a:r>
            <a:r>
              <a:rPr lang="lt-LT" dirty="0">
                <a:solidFill>
                  <a:schemeClr val="tx1"/>
                </a:solidFill>
              </a:rPr>
              <a:t> </a:t>
            </a:r>
            <a:r>
              <a:rPr lang="lt-LT" dirty="0" err="1">
                <a:solidFill>
                  <a:schemeClr val="tx1"/>
                </a:solidFill>
              </a:rPr>
              <a:t>of</a:t>
            </a:r>
            <a:r>
              <a:rPr lang="lt-LT" dirty="0">
                <a:solidFill>
                  <a:schemeClr val="tx1"/>
                </a:solidFill>
              </a:rPr>
              <a:t> </a:t>
            </a:r>
            <a:r>
              <a:rPr lang="lt-LT" dirty="0" err="1">
                <a:solidFill>
                  <a:schemeClr val="tx1"/>
                </a:solidFill>
              </a:rPr>
              <a:t>Systems</a:t>
            </a:r>
            <a:r>
              <a:rPr lang="lt-LT" dirty="0">
                <a:solidFill>
                  <a:schemeClr val="tx1"/>
                </a:solidFill>
              </a:rPr>
              <a:t> </a:t>
            </a:r>
            <a:r>
              <a:rPr lang="lt-LT" dirty="0" err="1">
                <a:solidFill>
                  <a:schemeClr val="tx1"/>
                </a:solidFill>
              </a:rPr>
              <a:t>Architect</a:t>
            </a:r>
            <a:r>
              <a:rPr lang="lt-LT" dirty="0">
                <a:solidFill>
                  <a:schemeClr val="tx1"/>
                </a:solidFill>
              </a:rPr>
              <a:t>, MySQL </a:t>
            </a:r>
            <a:r>
              <a:rPr lang="lt-LT" dirty="0" err="1">
                <a:solidFill>
                  <a:schemeClr val="tx1"/>
                </a:solidFill>
              </a:rPr>
              <a:t>Workbench</a:t>
            </a:r>
            <a:endParaRPr lang="lt-LT" dirty="0">
              <a:solidFill>
                <a:schemeClr val="tx1"/>
              </a:solidFill>
            </a:endParaRPr>
          </a:p>
          <a:p>
            <a:pPr marL="342900" indent="-342900">
              <a:buFont typeface="Arial" panose="020B0604020202020204" pitchFamily="34" charset="0"/>
              <a:buChar char="•"/>
            </a:pPr>
            <a:r>
              <a:rPr lang="lt-LT" dirty="0">
                <a:solidFill>
                  <a:schemeClr val="tx1"/>
                </a:solidFill>
              </a:rPr>
              <a:t>Testavimas / kokybė: </a:t>
            </a:r>
            <a:r>
              <a:rPr lang="lt-LT" dirty="0" err="1">
                <a:solidFill>
                  <a:schemeClr val="tx1"/>
                </a:solidFill>
              </a:rPr>
              <a:t>PHPUnit</a:t>
            </a:r>
            <a:r>
              <a:rPr lang="lt-LT" dirty="0">
                <a:solidFill>
                  <a:schemeClr val="tx1"/>
                </a:solidFill>
              </a:rPr>
              <a:t> 11.5.55, </a:t>
            </a:r>
            <a:r>
              <a:rPr lang="lt-LT" dirty="0" err="1">
                <a:solidFill>
                  <a:schemeClr val="tx1"/>
                </a:solidFill>
              </a:rPr>
              <a:t>ESLint</a:t>
            </a:r>
            <a:r>
              <a:rPr lang="lt-LT" dirty="0">
                <a:solidFill>
                  <a:schemeClr val="tx1"/>
                </a:solidFill>
              </a:rPr>
              <a:t> 9.39.4, </a:t>
            </a:r>
            <a:r>
              <a:rPr lang="lt-LT" dirty="0" err="1">
                <a:solidFill>
                  <a:schemeClr val="tx1"/>
                </a:solidFill>
              </a:rPr>
              <a:t>Laravel</a:t>
            </a:r>
            <a:r>
              <a:rPr lang="lt-LT" dirty="0">
                <a:solidFill>
                  <a:schemeClr val="tx1"/>
                </a:solidFill>
              </a:rPr>
              <a:t> </a:t>
            </a:r>
            <a:r>
              <a:rPr lang="lt-LT" dirty="0" err="1">
                <a:solidFill>
                  <a:schemeClr val="tx1"/>
                </a:solidFill>
              </a:rPr>
              <a:t>Pint</a:t>
            </a:r>
            <a:r>
              <a:rPr lang="lt-LT" dirty="0">
                <a:solidFill>
                  <a:schemeClr val="tx1"/>
                </a:solidFill>
              </a:rPr>
              <a:t> 1.27.1</a:t>
            </a:r>
            <a:endParaRPr lang="en-US" dirty="0">
              <a:solidFill>
                <a:schemeClr val="tx1"/>
              </a:solidFill>
            </a:endParaRPr>
          </a:p>
        </p:txBody>
      </p:sp>
      <p:sp>
        <p:nvSpPr>
          <p:cNvPr id="4" name="Text Placeholder 4">
            <a:extLst>
              <a:ext uri="{FF2B5EF4-FFF2-40B4-BE49-F238E27FC236}">
                <a16:creationId xmlns:a16="http://schemas.microsoft.com/office/drawing/2014/main" id="{D96E5C24-BC6D-AE4C-B1DB-B4259391BFCF}"/>
              </a:ext>
            </a:extLst>
          </p:cNvPr>
          <p:cNvSpPr txBox="1">
            <a:spLocks/>
          </p:cNvSpPr>
          <p:nvPr/>
        </p:nvSpPr>
        <p:spPr>
          <a:xfrm>
            <a:off x="2613221" y="600737"/>
            <a:ext cx="8037512"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Technologijos</a:t>
            </a:r>
            <a:endParaRPr lang="en-US" dirty="0"/>
          </a:p>
        </p:txBody>
      </p:sp>
      <p:pic>
        <p:nvPicPr>
          <p:cNvPr id="5" name="Picture 4">
            <a:extLst>
              <a:ext uri="{FF2B5EF4-FFF2-40B4-BE49-F238E27FC236}">
                <a16:creationId xmlns:a16="http://schemas.microsoft.com/office/drawing/2014/main" id="{DE868BDD-AB53-DF4E-A88F-96488FBA4C3F}"/>
              </a:ext>
            </a:extLst>
          </p:cNvPr>
          <p:cNvPicPr>
            <a:picLocks noChangeAspect="1"/>
          </p:cNvPicPr>
          <p:nvPr/>
        </p:nvPicPr>
        <p:blipFill>
          <a:blip r:embed="rId3"/>
          <a:stretch>
            <a:fillRect/>
          </a:stretch>
        </p:blipFill>
        <p:spPr>
          <a:xfrm>
            <a:off x="1646472" y="0"/>
            <a:ext cx="190500" cy="6858000"/>
          </a:xfrm>
          <a:prstGeom prst="rect">
            <a:avLst/>
          </a:prstGeom>
        </p:spPr>
      </p:pic>
      <p:sp>
        <p:nvSpPr>
          <p:cNvPr id="6" name="Text Placeholder 2">
            <a:extLst>
              <a:ext uri="{FF2B5EF4-FFF2-40B4-BE49-F238E27FC236}">
                <a16:creationId xmlns:a16="http://schemas.microsoft.com/office/drawing/2014/main" id="{0B85795B-A405-1343-9A10-FBEB3F7BED44}"/>
              </a:ext>
            </a:extLst>
          </p:cNvPr>
          <p:cNvSpPr txBox="1">
            <a:spLocks/>
          </p:cNvSpPr>
          <p:nvPr/>
        </p:nvSpPr>
        <p:spPr>
          <a:xfrm rot="16200000">
            <a:off x="-1604416" y="3603891"/>
            <a:ext cx="4985555" cy="643688"/>
          </a:xfrm>
          <a:prstGeom prst="rect">
            <a:avLst/>
          </a:prstGeom>
        </p:spPr>
        <p:txBody>
          <a:bodyPr anchor="ctr"/>
          <a:lstStyle>
            <a:lvl1pPr marL="0" indent="0" algn="l" defTabSz="914400" rtl="0" eaLnBrk="1" latinLnBrk="0" hangingPunct="1">
              <a:lnSpc>
                <a:spcPct val="130000"/>
              </a:lnSpc>
              <a:spcBef>
                <a:spcPts val="0"/>
              </a:spcBef>
              <a:buFont typeface="Arial" panose="020B0604020202020204" pitchFamily="34" charset="0"/>
              <a:buNone/>
              <a:defRPr sz="1500" b="1"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500" b="0" i="0" kern="1200">
                <a:solidFill>
                  <a:schemeClr val="bg1"/>
                </a:solidFill>
                <a:latin typeface="Inter Medium" panose="020B0502030000000004" pitchFamily="34" charset="0"/>
                <a:ea typeface="Inter Medium" panose="020B0502030000000004" pitchFamily="34" charset="0"/>
                <a:cs typeface="Inter Medium" panose="020B05020300000000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UŽ KIEKVIENOS TECHNOLOGIJOS – ŽMOGUS</a:t>
            </a:r>
            <a:endParaRPr lang="en-LT" dirty="0">
              <a:solidFill>
                <a:schemeClr val="tx1"/>
              </a:solidFill>
            </a:endParaRPr>
          </a:p>
        </p:txBody>
      </p:sp>
      <p:sp>
        <p:nvSpPr>
          <p:cNvPr id="7" name="Slide Number Placeholder 3">
            <a:extLst>
              <a:ext uri="{FF2B5EF4-FFF2-40B4-BE49-F238E27FC236}">
                <a16:creationId xmlns:a16="http://schemas.microsoft.com/office/drawing/2014/main" id="{DBFD8B21-52CF-FB47-A8E6-5D1FCFFBA47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10</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Tree>
    <p:extLst>
      <p:ext uri="{BB962C8B-B14F-4D97-AF65-F5344CB8AC3E}">
        <p14:creationId xmlns:p14="http://schemas.microsoft.com/office/powerpoint/2010/main" val="525688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Diegimo</a:t>
            </a:r>
            <a:r>
              <a:rPr lang="en-US" dirty="0"/>
              <a:t> </a:t>
            </a:r>
            <a:r>
              <a:rPr lang="en-US" dirty="0" err="1"/>
              <a:t>diagrama</a:t>
            </a:r>
            <a:endParaRPr lang="en-US" dirty="0"/>
          </a:p>
          <a:p>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11</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pic>
        <p:nvPicPr>
          <p:cNvPr id="4" name="Picture 3"/>
          <p:cNvPicPr>
            <a:picLocks noChangeAspect="1"/>
          </p:cNvPicPr>
          <p:nvPr/>
        </p:nvPicPr>
        <p:blipFill>
          <a:blip r:embed="rId4"/>
          <a:stretch>
            <a:fillRect/>
          </a:stretch>
        </p:blipFill>
        <p:spPr>
          <a:xfrm>
            <a:off x="1606845" y="1851994"/>
            <a:ext cx="8819855" cy="4458036"/>
          </a:xfrm>
          <a:prstGeom prst="rect">
            <a:avLst/>
          </a:prstGeom>
        </p:spPr>
      </p:pic>
    </p:spTree>
    <p:extLst>
      <p:ext uri="{BB962C8B-B14F-4D97-AF65-F5344CB8AC3E}">
        <p14:creationId xmlns:p14="http://schemas.microsoft.com/office/powerpoint/2010/main" val="28121574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Komp</a:t>
            </a:r>
            <a:r>
              <a:rPr lang="lt-LT" dirty="0" err="1" smtClean="0"/>
              <a:t>on</a:t>
            </a:r>
            <a:r>
              <a:rPr lang="en-US" dirty="0" err="1" smtClean="0"/>
              <a:t>ent</a:t>
            </a:r>
            <a:r>
              <a:rPr lang="lt-LT" dirty="0" smtClean="0"/>
              <a:t>ų diagrama</a:t>
            </a:r>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12</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1442102" y="1639446"/>
            <a:ext cx="9270349" cy="5013441"/>
          </a:xfrm>
          <a:prstGeom prst="rect">
            <a:avLst/>
          </a:prstGeom>
        </p:spPr>
      </p:pic>
    </p:spTree>
    <p:extLst>
      <p:ext uri="{BB962C8B-B14F-4D97-AF65-F5344CB8AC3E}">
        <p14:creationId xmlns:p14="http://schemas.microsoft.com/office/powerpoint/2010/main" val="26956478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lt-LT" dirty="0" smtClean="0"/>
              <a:t>Duomenų modelis</a:t>
            </a:r>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13</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5632" y="1577485"/>
            <a:ext cx="9432253" cy="5280515"/>
          </a:xfrm>
          <a:prstGeom prst="rect">
            <a:avLst/>
          </a:prstGeom>
        </p:spPr>
      </p:pic>
    </p:spTree>
    <p:extLst>
      <p:ext uri="{BB962C8B-B14F-4D97-AF65-F5344CB8AC3E}">
        <p14:creationId xmlns:p14="http://schemas.microsoft.com/office/powerpoint/2010/main" val="6509575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smtClean="0"/>
              <a:t>Sistemos</a:t>
            </a:r>
            <a:r>
              <a:rPr lang="en-US" dirty="0" smtClean="0"/>
              <a:t> </a:t>
            </a:r>
            <a:r>
              <a:rPr lang="en-US" dirty="0" err="1" smtClean="0"/>
              <a:t>testavimas</a:t>
            </a:r>
            <a:endParaRPr lang="en-US" dirty="0"/>
          </a:p>
          <a:p>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14</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
        <p:nvSpPr>
          <p:cNvPr id="9" name="Text Placeholder 5">
            <a:extLst>
              <a:ext uri="{FF2B5EF4-FFF2-40B4-BE49-F238E27FC236}">
                <a16:creationId xmlns:a16="http://schemas.microsoft.com/office/drawing/2014/main" id="{278D5CDE-EE26-4348-B09D-C90DC0AC6CAF}"/>
              </a:ext>
            </a:extLst>
          </p:cNvPr>
          <p:cNvSpPr txBox="1">
            <a:spLocks/>
          </p:cNvSpPr>
          <p:nvPr/>
        </p:nvSpPr>
        <p:spPr>
          <a:xfrm>
            <a:off x="641645" y="1690276"/>
            <a:ext cx="10839155" cy="4961215"/>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lt-LT" dirty="0">
                <a:solidFill>
                  <a:schemeClr val="tx1"/>
                </a:solidFill>
              </a:rPr>
              <a:t>Kuriamai sistemai ištestuoti pasirinktos šios priemonės</a:t>
            </a:r>
            <a:r>
              <a:rPr lang="lt-LT" dirty="0" smtClean="0">
                <a:solidFill>
                  <a:schemeClr val="tx1"/>
                </a:solidFill>
              </a:rPr>
              <a:t>:</a:t>
            </a:r>
            <a:endParaRPr lang="lt-LT" dirty="0">
              <a:solidFill>
                <a:schemeClr val="tx1"/>
              </a:solidFill>
            </a:endParaRPr>
          </a:p>
          <a:p>
            <a:pPr marL="342900" indent="-342900">
              <a:buFont typeface="Arial" panose="020B0604020202020204" pitchFamily="34" charset="0"/>
              <a:buChar char="•"/>
            </a:pPr>
            <a:r>
              <a:rPr lang="lt-LT" dirty="0">
                <a:solidFill>
                  <a:schemeClr val="tx1"/>
                </a:solidFill>
              </a:rPr>
              <a:t>Statinė kodo analizė.</a:t>
            </a:r>
          </a:p>
          <a:p>
            <a:pPr marL="342900" indent="-342900">
              <a:buFont typeface="Arial" panose="020B0604020202020204" pitchFamily="34" charset="0"/>
              <a:buChar char="•"/>
            </a:pPr>
            <a:r>
              <a:rPr lang="lt-LT" dirty="0">
                <a:solidFill>
                  <a:schemeClr val="tx1"/>
                </a:solidFill>
              </a:rPr>
              <a:t>Automatiniai vienetų testai.</a:t>
            </a:r>
          </a:p>
          <a:p>
            <a:pPr marL="342900" indent="-342900">
              <a:buFont typeface="Arial" panose="020B0604020202020204" pitchFamily="34" charset="0"/>
              <a:buChar char="•"/>
            </a:pPr>
            <a:r>
              <a:rPr lang="lt-LT" dirty="0">
                <a:solidFill>
                  <a:schemeClr val="tx1"/>
                </a:solidFill>
              </a:rPr>
              <a:t>Automatiniai integraciniai testai.</a:t>
            </a:r>
          </a:p>
          <a:p>
            <a:pPr marL="342900" indent="-342900">
              <a:buFont typeface="Arial" panose="020B0604020202020204" pitchFamily="34" charset="0"/>
              <a:buChar char="•"/>
            </a:pPr>
            <a:r>
              <a:rPr lang="lt-LT" dirty="0">
                <a:solidFill>
                  <a:schemeClr val="tx1"/>
                </a:solidFill>
              </a:rPr>
              <a:t>Automatinis vartotojo sąsajos testavimas</a:t>
            </a:r>
            <a:r>
              <a:rPr lang="lt-LT" dirty="0" smtClean="0">
                <a:solidFill>
                  <a:schemeClr val="tx1"/>
                </a:solidFill>
              </a:rPr>
              <a:t>.</a:t>
            </a:r>
          </a:p>
          <a:p>
            <a:pPr marL="0" indent="0">
              <a:buNone/>
            </a:pPr>
            <a:r>
              <a:rPr lang="lt-LT" dirty="0">
                <a:solidFill>
                  <a:schemeClr val="tx1"/>
                </a:solidFill>
              </a:rPr>
              <a:t>Iš viso buvo įvykdyti 92 vienetų testai ir pasiektas 90,82 % </a:t>
            </a:r>
            <a:r>
              <a:rPr lang="lt-LT" dirty="0" err="1">
                <a:solidFill>
                  <a:schemeClr val="tx1"/>
                </a:solidFill>
              </a:rPr>
              <a:t>app</a:t>
            </a:r>
            <a:r>
              <a:rPr lang="lt-LT" dirty="0">
                <a:solidFill>
                  <a:schemeClr val="tx1"/>
                </a:solidFill>
              </a:rPr>
              <a:t>/</a:t>
            </a:r>
            <a:r>
              <a:rPr lang="lt-LT" dirty="0" err="1">
                <a:solidFill>
                  <a:schemeClr val="tx1"/>
                </a:solidFill>
              </a:rPr>
              <a:t>Support</a:t>
            </a:r>
            <a:r>
              <a:rPr lang="lt-LT" dirty="0">
                <a:solidFill>
                  <a:schemeClr val="tx1"/>
                </a:solidFill>
              </a:rPr>
              <a:t> kataloge esančių logikos klasių eilučių kodo padengimas</a:t>
            </a:r>
            <a:r>
              <a:rPr lang="lt-LT" dirty="0" smtClean="0">
                <a:solidFill>
                  <a:schemeClr val="tx1"/>
                </a:solidFill>
              </a:rPr>
              <a:t>.</a:t>
            </a:r>
          </a:p>
          <a:p>
            <a:pPr marL="0" indent="0">
              <a:buNone/>
            </a:pPr>
            <a:r>
              <a:rPr lang="lt-LT" dirty="0" smtClean="0">
                <a:solidFill>
                  <a:schemeClr val="tx1"/>
                </a:solidFill>
              </a:rPr>
              <a:t>Integraciniais testais įvykdyta 19 testų ir atlikti 152 patikrinimai: tikrintas prisijungimas, rolės, turnyrai, komandos, žaidėjai, paraiškos, tvarkaraštis, rezultatai, statistika ir PDF eksportas.</a:t>
            </a:r>
          </a:p>
          <a:p>
            <a:pPr marL="0" indent="0">
              <a:buNone/>
            </a:pPr>
            <a:r>
              <a:rPr lang="lt-LT" dirty="0" smtClean="0">
                <a:solidFill>
                  <a:schemeClr val="tx1"/>
                </a:solidFill>
              </a:rPr>
              <a:t>Naudotojo </a:t>
            </a:r>
            <a:r>
              <a:rPr lang="lt-LT" dirty="0">
                <a:solidFill>
                  <a:schemeClr val="tx1"/>
                </a:solidFill>
              </a:rPr>
              <a:t>sąsaja su </a:t>
            </a:r>
            <a:r>
              <a:rPr lang="lt-LT" dirty="0" err="1">
                <a:solidFill>
                  <a:schemeClr val="tx1"/>
                </a:solidFill>
              </a:rPr>
              <a:t>Selenium</a:t>
            </a:r>
            <a:r>
              <a:rPr lang="lt-LT" dirty="0">
                <a:solidFill>
                  <a:schemeClr val="tx1"/>
                </a:solidFill>
              </a:rPr>
              <a:t> IDE testuota tikrinant prisijungimą, prieigos teises, formų </a:t>
            </a:r>
            <a:r>
              <a:rPr lang="lt-LT" dirty="0" err="1">
                <a:solidFill>
                  <a:schemeClr val="tx1"/>
                </a:solidFill>
              </a:rPr>
              <a:t>validaciją</a:t>
            </a:r>
            <a:r>
              <a:rPr lang="lt-LT" dirty="0">
                <a:solidFill>
                  <a:schemeClr val="tx1"/>
                </a:solidFill>
              </a:rPr>
              <a:t> ir pilną turnyro valdymo procesą.</a:t>
            </a:r>
          </a:p>
        </p:txBody>
      </p:sp>
    </p:spTree>
    <p:extLst>
      <p:ext uri="{BB962C8B-B14F-4D97-AF65-F5344CB8AC3E}">
        <p14:creationId xmlns:p14="http://schemas.microsoft.com/office/powerpoint/2010/main" val="27505168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lt-LT" dirty="0" smtClean="0"/>
              <a:t>Išvados</a:t>
            </a:r>
            <a:r>
              <a:rPr lang="en-US" dirty="0" smtClean="0"/>
              <a:t> (1)</a:t>
            </a:r>
            <a:endParaRPr lang="en-US" dirty="0"/>
          </a:p>
          <a:p>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15</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
        <p:nvSpPr>
          <p:cNvPr id="9" name="Text Placeholder 5">
            <a:extLst>
              <a:ext uri="{FF2B5EF4-FFF2-40B4-BE49-F238E27FC236}">
                <a16:creationId xmlns:a16="http://schemas.microsoft.com/office/drawing/2014/main" id="{278D5CDE-EE26-4348-B09D-C90DC0AC6CAF}"/>
              </a:ext>
            </a:extLst>
          </p:cNvPr>
          <p:cNvSpPr txBox="1">
            <a:spLocks/>
          </p:cNvSpPr>
          <p:nvPr/>
        </p:nvSpPr>
        <p:spPr>
          <a:xfrm>
            <a:off x="641645" y="1690277"/>
            <a:ext cx="10839155" cy="4961215"/>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lt-LT" dirty="0">
                <a:solidFill>
                  <a:schemeClr val="tx1"/>
                </a:solidFill>
              </a:rPr>
              <a:t>Išanalizavus turnyrų organizavimo procesą nustatyta, kad pagrindinė problema yra duomenų išskaidymas tarp skirtingų priemonių. Komandų sąrašai, paraiškos, tvarkaraštis, rezultatai ir turnyrinės lentelės yra susiję, todėl jų valdymas vienoje sistemoje sumažina rankinio derinimo poreikį</a:t>
            </a:r>
            <a:r>
              <a:rPr lang="lt-LT" dirty="0" smtClean="0">
                <a:solidFill>
                  <a:schemeClr val="tx1"/>
                </a:solidFill>
              </a:rPr>
              <a:t>.</a:t>
            </a:r>
            <a:endParaRPr lang="lt-LT" dirty="0">
              <a:solidFill>
                <a:schemeClr val="tx1"/>
              </a:solidFill>
            </a:endParaRPr>
          </a:p>
          <a:p>
            <a:pPr marL="342900" indent="-342900">
              <a:buFont typeface="Arial" panose="020B0604020202020204" pitchFamily="34" charset="0"/>
              <a:buChar char="•"/>
            </a:pPr>
            <a:r>
              <a:rPr lang="lt-LT" dirty="0">
                <a:solidFill>
                  <a:schemeClr val="tx1"/>
                </a:solidFill>
              </a:rPr>
              <a:t>Panašių sprendimų analizė parodė, kad esami įrankiai turi naudingų funkcijų, tačiau dažnai yra orientuoti į bendresnį arba didesnio masto renginių valdymą. Dėl to kuriamoje sistemoje akcentuotas mažesnių ir vidutinio dydžio krepšinio turnyrų valdymas</a:t>
            </a:r>
            <a:r>
              <a:rPr lang="lt-LT" dirty="0" smtClean="0">
                <a:solidFill>
                  <a:schemeClr val="tx1"/>
                </a:solidFill>
              </a:rPr>
              <a:t>.</a:t>
            </a:r>
            <a:endParaRPr lang="lt-LT" dirty="0">
              <a:solidFill>
                <a:schemeClr val="tx1"/>
              </a:solidFill>
            </a:endParaRPr>
          </a:p>
          <a:p>
            <a:pPr marL="342900" indent="-342900">
              <a:buFont typeface="Arial" panose="020B0604020202020204" pitchFamily="34" charset="0"/>
              <a:buChar char="•"/>
            </a:pPr>
            <a:r>
              <a:rPr lang="lt-LT" dirty="0">
                <a:solidFill>
                  <a:schemeClr val="tx1"/>
                </a:solidFill>
              </a:rPr>
              <a:t>Reikalavimų analizės metu išskirti trys pagrindiniai naudotojų tipai: neprisijungęs naudotojas, komandos vadovas ir administratorius. Toks atskyrimas leido aiškiai apibrėžti viešus veiksmus, komandos vadovo funkcijas ir administratoriaus atsakomybes</a:t>
            </a:r>
            <a:r>
              <a:rPr lang="lt-LT" dirty="0" smtClean="0">
                <a:solidFill>
                  <a:schemeClr val="tx1"/>
                </a:solidFill>
              </a:rPr>
              <a:t>.</a:t>
            </a:r>
            <a:endParaRPr lang="lt-LT" dirty="0">
              <a:solidFill>
                <a:schemeClr val="tx1"/>
              </a:solidFill>
            </a:endParaRPr>
          </a:p>
        </p:txBody>
      </p:sp>
    </p:spTree>
    <p:extLst>
      <p:ext uri="{BB962C8B-B14F-4D97-AF65-F5344CB8AC3E}">
        <p14:creationId xmlns:p14="http://schemas.microsoft.com/office/powerpoint/2010/main" val="31416490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BF20611-ABA6-D94A-8015-2668F79C7DCB}"/>
              </a:ext>
            </a:extLst>
          </p:cNvPr>
          <p:cNvSpPr txBox="1">
            <a:spLocks/>
          </p:cNvSpPr>
          <p:nvPr/>
        </p:nvSpPr>
        <p:spPr>
          <a:xfrm>
            <a:off x="641645" y="600737"/>
            <a:ext cx="8978606" cy="50963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000" b="1" i="0" kern="1200">
                <a:solidFill>
                  <a:srgbClr val="FFFF00"/>
                </a:solidFill>
                <a:latin typeface="Arial" panose="020B0604020202020204" pitchFamily="34" charset="0"/>
                <a:ea typeface="Inter Semi Bold"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lt-LT" dirty="0" smtClean="0"/>
              <a:t>Išvados</a:t>
            </a:r>
            <a:r>
              <a:rPr lang="en-US" dirty="0" smtClean="0"/>
              <a:t> (2)</a:t>
            </a:r>
            <a:endParaRPr lang="en-US" dirty="0"/>
          </a:p>
          <a:p>
            <a:endParaRPr lang="en-US" dirty="0"/>
          </a:p>
        </p:txBody>
      </p:sp>
      <p:pic>
        <p:nvPicPr>
          <p:cNvPr id="5" name="Picture 4">
            <a:extLst>
              <a:ext uri="{FF2B5EF4-FFF2-40B4-BE49-F238E27FC236}">
                <a16:creationId xmlns:a16="http://schemas.microsoft.com/office/drawing/2014/main" id="{8564B338-5940-4748-8658-FA919808CB61}"/>
              </a:ext>
            </a:extLst>
          </p:cNvPr>
          <p:cNvPicPr>
            <a:picLocks noChangeAspect="1"/>
          </p:cNvPicPr>
          <p:nvPr/>
        </p:nvPicPr>
        <p:blipFill>
          <a:blip r:embed="rId2"/>
          <a:stretch>
            <a:fillRect/>
          </a:stretch>
        </p:blipFill>
        <p:spPr>
          <a:xfrm>
            <a:off x="0" y="1351225"/>
            <a:ext cx="12192000" cy="190500"/>
          </a:xfrm>
          <a:prstGeom prst="rect">
            <a:avLst/>
          </a:prstGeom>
        </p:spPr>
      </p:pic>
      <p:pic>
        <p:nvPicPr>
          <p:cNvPr id="6" name="Picture 5">
            <a:extLst>
              <a:ext uri="{FF2B5EF4-FFF2-40B4-BE49-F238E27FC236}">
                <a16:creationId xmlns:a16="http://schemas.microsoft.com/office/drawing/2014/main" id="{160257F0-5B45-1D4F-9B98-CE7BE09D9121}"/>
              </a:ext>
            </a:extLst>
          </p:cNvPr>
          <p:cNvPicPr>
            <a:picLocks noChangeAspect="1"/>
          </p:cNvPicPr>
          <p:nvPr/>
        </p:nvPicPr>
        <p:blipFill>
          <a:blip r:embed="rId3"/>
          <a:stretch>
            <a:fillRect/>
          </a:stretch>
        </p:blipFill>
        <p:spPr>
          <a:xfrm>
            <a:off x="11163044" y="696317"/>
            <a:ext cx="590984" cy="318475"/>
          </a:xfrm>
          <a:prstGeom prst="rect">
            <a:avLst/>
          </a:prstGeom>
        </p:spPr>
      </p:pic>
      <p:sp>
        <p:nvSpPr>
          <p:cNvPr id="7" name="Slide Number Placeholder 3">
            <a:extLst>
              <a:ext uri="{FF2B5EF4-FFF2-40B4-BE49-F238E27FC236}">
                <a16:creationId xmlns:a16="http://schemas.microsoft.com/office/drawing/2014/main" id="{3D74F31B-F395-4A45-B188-7BD99A6C9625}"/>
              </a:ext>
            </a:extLst>
          </p:cNvPr>
          <p:cNvSpPr txBox="1">
            <a:spLocks/>
          </p:cNvSpPr>
          <p:nvPr/>
        </p:nvSpPr>
        <p:spPr>
          <a:xfrm>
            <a:off x="11163044" y="6286367"/>
            <a:ext cx="922601" cy="365125"/>
          </a:xfrm>
          <a:prstGeom prst="rect">
            <a:avLst/>
          </a:prstGeom>
        </p:spPr>
        <p:txBody>
          <a:bodyPr anchor="b"/>
          <a:lstStyle>
            <a:defPPr>
              <a:defRPr lang="en-US"/>
            </a:defPPr>
            <a:lvl1pPr marL="0" algn="r" defTabSz="914400" rtl="0" eaLnBrk="1" latinLnBrk="0" hangingPunct="1">
              <a:defRPr sz="1500" b="1"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6F01323-A656-431B-B19E-EE6A8E2AF848}" type="slidenum">
              <a:rPr lang="en-US" sz="1400" b="1" i="0" smtClean="0">
                <a:solidFill>
                  <a:schemeClr val="tx1"/>
                </a:solidFill>
                <a:latin typeface="Arial" panose="020B0604020202020204" pitchFamily="34" charset="0"/>
                <a:ea typeface="Inter Semi Bold" panose="020B0502030000000004" pitchFamily="34" charset="0"/>
                <a:cs typeface="Arial" panose="020B0604020202020204" pitchFamily="34" charset="0"/>
              </a:rPr>
              <a:pPr algn="ctr"/>
              <a:t>16</a:t>
            </a:fld>
            <a:endParaRPr lang="en-US" sz="1400" b="1" i="0" dirty="0">
              <a:solidFill>
                <a:schemeClr val="tx1"/>
              </a:solidFill>
              <a:latin typeface="Arial" panose="020B0604020202020204" pitchFamily="34" charset="0"/>
              <a:ea typeface="Inter Semi Bold" panose="020B0502030000000004" pitchFamily="34" charset="0"/>
              <a:cs typeface="Arial" panose="020B0604020202020204" pitchFamily="34" charset="0"/>
            </a:endParaRPr>
          </a:p>
        </p:txBody>
      </p:sp>
      <p:sp>
        <p:nvSpPr>
          <p:cNvPr id="9" name="Text Placeholder 5">
            <a:extLst>
              <a:ext uri="{FF2B5EF4-FFF2-40B4-BE49-F238E27FC236}">
                <a16:creationId xmlns:a16="http://schemas.microsoft.com/office/drawing/2014/main" id="{278D5CDE-EE26-4348-B09D-C90DC0AC6CAF}"/>
              </a:ext>
            </a:extLst>
          </p:cNvPr>
          <p:cNvSpPr txBox="1">
            <a:spLocks/>
          </p:cNvSpPr>
          <p:nvPr/>
        </p:nvSpPr>
        <p:spPr>
          <a:xfrm>
            <a:off x="641645" y="1690277"/>
            <a:ext cx="10839155" cy="4961215"/>
          </a:xfrm>
          <a:prstGeom prst="rect">
            <a:avLst/>
          </a:prstGeom>
        </p:spPr>
        <p:txBody>
          <a:bodyPr/>
          <a:lstStyle>
            <a:lvl1pPr marL="360000" indent="-360000" algn="l" defTabSz="914400" rtl="0" eaLnBrk="1" latinLnBrk="0" hangingPunct="1">
              <a:lnSpc>
                <a:spcPct val="110000"/>
              </a:lnSpc>
              <a:spcBef>
                <a:spcPts val="1200"/>
              </a:spcBef>
              <a:buClr>
                <a:srgbClr val="FFFF00"/>
              </a:buClr>
              <a:buFont typeface="+mj-lt"/>
              <a:buAutoNum type="arabicPeriod"/>
              <a:defRPr sz="2000" b="0" i="0" kern="1200">
                <a:solidFill>
                  <a:schemeClr val="bg1"/>
                </a:solidFill>
                <a:latin typeface="Arial" panose="020B0604020202020204" pitchFamily="34" charset="0"/>
                <a:ea typeface="Inter Medium"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lt-LT" dirty="0" smtClean="0">
                <a:solidFill>
                  <a:schemeClr val="tx1"/>
                </a:solidFill>
              </a:rPr>
              <a:t>Sistema </a:t>
            </a:r>
            <a:r>
              <a:rPr lang="lt-LT" dirty="0">
                <a:solidFill>
                  <a:schemeClr val="tx1"/>
                </a:solidFill>
              </a:rPr>
              <a:t>padalyta į naudotojo sąsają, serverio dalį ir duomenų bazę, todėl aiškiai atskirtos pagrindinės atsakomybės. Naudotojo sąsajoje atliekami administravimo veiksmai, serverio dalyje vykdoma </a:t>
            </a:r>
            <a:r>
              <a:rPr lang="lt-LT" dirty="0" err="1">
                <a:solidFill>
                  <a:schemeClr val="tx1"/>
                </a:solidFill>
              </a:rPr>
              <a:t>validacija</a:t>
            </a:r>
            <a:r>
              <a:rPr lang="lt-LT" dirty="0">
                <a:solidFill>
                  <a:schemeClr val="tx1"/>
                </a:solidFill>
              </a:rPr>
              <a:t> ir skaičiavimai, o duomenų bazėje saugoma turnyrų informacija</a:t>
            </a:r>
            <a:r>
              <a:rPr lang="lt-LT" dirty="0" smtClean="0">
                <a:solidFill>
                  <a:schemeClr val="tx1"/>
                </a:solidFill>
              </a:rPr>
              <a:t>.</a:t>
            </a:r>
            <a:endParaRPr lang="lt-LT" dirty="0">
              <a:solidFill>
                <a:schemeClr val="tx1"/>
              </a:solidFill>
            </a:endParaRPr>
          </a:p>
          <a:p>
            <a:pPr marL="342900" indent="-342900">
              <a:buFont typeface="Arial" panose="020B0604020202020204" pitchFamily="34" charset="0"/>
              <a:buChar char="•"/>
            </a:pPr>
            <a:r>
              <a:rPr lang="lt-LT" dirty="0">
                <a:solidFill>
                  <a:schemeClr val="tx1"/>
                </a:solidFill>
              </a:rPr>
              <a:t>Pagrindinė serverio logika patikrinta vienetų testais, o prisijungimo, rolių, paraiškų ir duomenų keitimo scenarijai – integraciniais bei naudotojo sąsajos testais. Tai leido patikrinti tiek atskiras logikos dalis, tiek svarbiausius naudotojo veiksmus sistemoje</a:t>
            </a:r>
            <a:r>
              <a:rPr lang="lt-LT" dirty="0" smtClean="0">
                <a:solidFill>
                  <a:schemeClr val="tx1"/>
                </a:solidFill>
              </a:rPr>
              <a:t>.</a:t>
            </a:r>
            <a:endParaRPr lang="lt-LT" dirty="0">
              <a:solidFill>
                <a:schemeClr val="tx1"/>
              </a:solidFill>
            </a:endParaRPr>
          </a:p>
          <a:p>
            <a:pPr marL="342900" indent="-342900">
              <a:buFont typeface="Arial" panose="020B0604020202020204" pitchFamily="34" charset="0"/>
              <a:buChar char="•"/>
            </a:pPr>
            <a:r>
              <a:rPr lang="lt-LT" dirty="0">
                <a:solidFill>
                  <a:schemeClr val="tx1"/>
                </a:solidFill>
              </a:rPr>
              <a:t>Sukurta veikianti internetinė sistema, leidžianti vienoje vietoje valdyti turnyrus, komandas, paraiškas, tvarkaraštį, rezultatus, lenteles ir atkrintamąsias. Darbo tikslas – sumažinti rankinio administravimo poreikį ir pagerinti turnyro duomenų valdymą – buvo pasiektas pradinei sistemos versijai numatyta apimtimi.</a:t>
            </a:r>
          </a:p>
        </p:txBody>
      </p:sp>
    </p:spTree>
    <p:extLst>
      <p:ext uri="{BB962C8B-B14F-4D97-AF65-F5344CB8AC3E}">
        <p14:creationId xmlns:p14="http://schemas.microsoft.com/office/powerpoint/2010/main" val="1875618017"/>
      </p:ext>
    </p:extLst>
  </p:cSld>
  <p:clrMapOvr>
    <a:masterClrMapping/>
  </p:clrMapOvr>
  <p:timing>
    <p:tnLst>
      <p:par>
        <p:cTn id="1" dur="indefinite" restart="never" nodeType="tmRoot"/>
      </p:par>
    </p:tnLst>
  </p:timing>
</p:sld>
</file>

<file path=ppt/theme/theme1.xml><?xml version="1.0" encoding="utf-8"?>
<a:theme xmlns:a="http://schemas.openxmlformats.org/drawingml/2006/main" name="TEKSTA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OT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AGRAMA_LENTELĖ">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3861</TotalTime>
  <Words>768</Words>
  <Application>Microsoft Office PowerPoint</Application>
  <PresentationFormat>Widescreen</PresentationFormat>
  <Paragraphs>119</Paragraphs>
  <Slides>16</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Arial</vt:lpstr>
      <vt:lpstr>Calibri</vt:lpstr>
      <vt:lpstr>Inter</vt:lpstr>
      <vt:lpstr>Inter Medium</vt:lpstr>
      <vt:lpstr>Inter Semi Bold</vt:lpstr>
      <vt:lpstr>TEKSTAS</vt:lpstr>
      <vt:lpstr>FOTO</vt:lpstr>
      <vt:lpstr>DIAGRAMA_LENTELĖ</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Lukas Kirilevičius</cp:lastModifiedBy>
  <cp:revision>135</cp:revision>
  <dcterms:created xsi:type="dcterms:W3CDTF">2020-12-23T08:59:48Z</dcterms:created>
  <dcterms:modified xsi:type="dcterms:W3CDTF">2026-06-02T01:12:11Z</dcterms:modified>
</cp:coreProperties>
</file>